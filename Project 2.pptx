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57" r:id="rId3"/>
    <p:sldId id="259" r:id="rId4"/>
    <p:sldId id="258" r:id="rId5"/>
    <p:sldId id="260" r:id="rId6"/>
    <p:sldId id="274" r:id="rId7"/>
    <p:sldId id="267" r:id="rId8"/>
    <p:sldId id="266" r:id="rId9"/>
    <p:sldId id="265" r:id="rId10"/>
    <p:sldId id="264" r:id="rId11"/>
    <p:sldId id="263" r:id="rId12"/>
    <p:sldId id="268" r:id="rId13"/>
    <p:sldId id="269" r:id="rId14"/>
    <p:sldId id="273" r:id="rId15"/>
    <p:sldId id="271" r:id="rId16"/>
    <p:sldId id="272" r:id="rId17"/>
    <p:sldId id="270" r:id="rId18"/>
    <p:sldId id="275" r:id="rId19"/>
    <p:sldId id="276" r:id="rId20"/>
    <p:sldId id="262"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F96FD8-E262-46FD-945D-0047D5D0330C}" v="5581" dt="2020-12-09T04:22:33.2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iah McReynolds" userId="7bdcb7239df3ea70" providerId="Windows Live" clId="Web-{28F96FD8-E262-46FD-945D-0047D5D0330C}"/>
    <pc:docChg chg="addSld delSld modSld sldOrd">
      <pc:chgData name="Jeremiah McReynolds" userId="7bdcb7239df3ea70" providerId="Windows Live" clId="Web-{28F96FD8-E262-46FD-945D-0047D5D0330C}" dt="2020-12-09T04:22:33.238" v="6247" actId="20577"/>
      <pc:docMkLst>
        <pc:docMk/>
      </pc:docMkLst>
      <pc:sldChg chg="modSp">
        <pc:chgData name="Jeremiah McReynolds" userId="7bdcb7239df3ea70" providerId="Windows Live" clId="Web-{28F96FD8-E262-46FD-945D-0047D5D0330C}" dt="2020-12-09T04:21:15.658" v="6175" actId="20577"/>
        <pc:sldMkLst>
          <pc:docMk/>
          <pc:sldMk cId="2700044527" sldId="256"/>
        </pc:sldMkLst>
        <pc:spChg chg="mod">
          <ac:chgData name="Jeremiah McReynolds" userId="7bdcb7239df3ea70" providerId="Windows Live" clId="Web-{28F96FD8-E262-46FD-945D-0047D5D0330C}" dt="2020-12-09T04:21:15.658" v="6175" actId="20577"/>
          <ac:spMkLst>
            <pc:docMk/>
            <pc:sldMk cId="2700044527" sldId="256"/>
            <ac:spMk id="3" creationId="{CDA98158-A626-984C-BBF4-5A9A7369C0A7}"/>
          </ac:spMkLst>
        </pc:spChg>
      </pc:sldChg>
      <pc:sldChg chg="addSp delSp modSp mod setBg">
        <pc:chgData name="Jeremiah McReynolds" userId="7bdcb7239df3ea70" providerId="Windows Live" clId="Web-{28F96FD8-E262-46FD-945D-0047D5D0330C}" dt="2020-12-09T03:30:16.810" v="4595"/>
        <pc:sldMkLst>
          <pc:docMk/>
          <pc:sldMk cId="874727556" sldId="257"/>
        </pc:sldMkLst>
        <pc:spChg chg="mod">
          <ac:chgData name="Jeremiah McReynolds" userId="7bdcb7239df3ea70" providerId="Windows Live" clId="Web-{28F96FD8-E262-46FD-945D-0047D5D0330C}" dt="2020-12-09T03:30:16.810" v="4595"/>
          <ac:spMkLst>
            <pc:docMk/>
            <pc:sldMk cId="874727556" sldId="257"/>
            <ac:spMk id="2" creationId="{AEE6A9A8-A287-EA45-981D-EF3C1D19FE5E}"/>
          </ac:spMkLst>
        </pc:spChg>
        <pc:spChg chg="mod">
          <ac:chgData name="Jeremiah McReynolds" userId="7bdcb7239df3ea70" providerId="Windows Live" clId="Web-{28F96FD8-E262-46FD-945D-0047D5D0330C}" dt="2020-12-09T03:30:16.810" v="4595"/>
          <ac:spMkLst>
            <pc:docMk/>
            <pc:sldMk cId="874727556" sldId="257"/>
            <ac:spMk id="4" creationId="{362C6EF0-3F86-A049-971C-40BF03075188}"/>
          </ac:spMkLst>
        </pc:spChg>
        <pc:spChg chg="add">
          <ac:chgData name="Jeremiah McReynolds" userId="7bdcb7239df3ea70" providerId="Windows Live" clId="Web-{28F96FD8-E262-46FD-945D-0047D5D0330C}" dt="2020-12-09T03:30:16.810" v="4595"/>
          <ac:spMkLst>
            <pc:docMk/>
            <pc:sldMk cId="874727556" sldId="257"/>
            <ac:spMk id="6" creationId="{0216D9FD-860F-4F5C-8D9B-CE7002071D21}"/>
          </ac:spMkLst>
        </pc:spChg>
        <pc:spChg chg="add">
          <ac:chgData name="Jeremiah McReynolds" userId="7bdcb7239df3ea70" providerId="Windows Live" clId="Web-{28F96FD8-E262-46FD-945D-0047D5D0330C}" dt="2020-12-09T03:30:16.810" v="4595"/>
          <ac:spMkLst>
            <pc:docMk/>
            <pc:sldMk cId="874727556" sldId="257"/>
            <ac:spMk id="7" creationId="{8D074069-7026-466C-B495-20FB9578CFBB}"/>
          </ac:spMkLst>
        </pc:spChg>
        <pc:spChg chg="add del">
          <ac:chgData name="Jeremiah McReynolds" userId="7bdcb7239df3ea70" providerId="Windows Live" clId="Web-{28F96FD8-E262-46FD-945D-0047D5D0330C}" dt="2020-12-09T03:30:16.795" v="4594"/>
          <ac:spMkLst>
            <pc:docMk/>
            <pc:sldMk cId="874727556" sldId="257"/>
            <ac:spMk id="9" creationId="{29C51009-A09A-4689-8E6C-F8FC99E6A840}"/>
          </ac:spMkLst>
        </pc:spChg>
        <pc:spChg chg="add">
          <ac:chgData name="Jeremiah McReynolds" userId="7bdcb7239df3ea70" providerId="Windows Live" clId="Web-{28F96FD8-E262-46FD-945D-0047D5D0330C}" dt="2020-12-09T03:30:16.810" v="4595"/>
          <ac:spMkLst>
            <pc:docMk/>
            <pc:sldMk cId="874727556" sldId="257"/>
            <ac:spMk id="13" creationId="{C1685D80-4D5A-471F-9215-651424F47500}"/>
          </ac:spMkLst>
        </pc:spChg>
        <pc:cxnChg chg="add del">
          <ac:chgData name="Jeremiah McReynolds" userId="7bdcb7239df3ea70" providerId="Windows Live" clId="Web-{28F96FD8-E262-46FD-945D-0047D5D0330C}" dt="2020-12-09T03:30:16.795" v="4594"/>
          <ac:cxnSpMkLst>
            <pc:docMk/>
            <pc:sldMk cId="874727556" sldId="257"/>
            <ac:cxnSpMk id="11" creationId="{9EC65442-F244-409C-BF44-C5D6472E810A}"/>
          </ac:cxnSpMkLst>
        </pc:cxnChg>
      </pc:sldChg>
      <pc:sldChg chg="addSp modSp new mod setBg">
        <pc:chgData name="Jeremiah McReynolds" userId="7bdcb7239df3ea70" providerId="Windows Live" clId="Web-{28F96FD8-E262-46FD-945D-0047D5D0330C}" dt="2020-12-09T03:30:45.436" v="4596"/>
        <pc:sldMkLst>
          <pc:docMk/>
          <pc:sldMk cId="29829973" sldId="258"/>
        </pc:sldMkLst>
        <pc:spChg chg="mod">
          <ac:chgData name="Jeremiah McReynolds" userId="7bdcb7239df3ea70" providerId="Windows Live" clId="Web-{28F96FD8-E262-46FD-945D-0047D5D0330C}" dt="2020-12-09T03:30:45.436" v="4596"/>
          <ac:spMkLst>
            <pc:docMk/>
            <pc:sldMk cId="29829973" sldId="258"/>
            <ac:spMk id="2" creationId="{2858C1DF-A2C8-4D82-AAD9-0710899EB45B}"/>
          </ac:spMkLst>
        </pc:spChg>
        <pc:spChg chg="mod">
          <ac:chgData name="Jeremiah McReynolds" userId="7bdcb7239df3ea70" providerId="Windows Live" clId="Web-{28F96FD8-E262-46FD-945D-0047D5D0330C}" dt="2020-12-09T03:30:45.436" v="4596"/>
          <ac:spMkLst>
            <pc:docMk/>
            <pc:sldMk cId="29829973" sldId="258"/>
            <ac:spMk id="3" creationId="{717B5215-E383-4733-8B58-9C1A1146AA6D}"/>
          </ac:spMkLst>
        </pc:spChg>
        <pc:picChg chg="add mod">
          <ac:chgData name="Jeremiah McReynolds" userId="7bdcb7239df3ea70" providerId="Windows Live" clId="Web-{28F96FD8-E262-46FD-945D-0047D5D0330C}" dt="2020-12-09T03:30:45.436" v="4596"/>
          <ac:picMkLst>
            <pc:docMk/>
            <pc:sldMk cId="29829973" sldId="258"/>
            <ac:picMk id="4" creationId="{F460DB37-64DF-44A5-93B2-88D4F9A2FFC8}"/>
          </ac:picMkLst>
        </pc:picChg>
      </pc:sldChg>
      <pc:sldChg chg="addSp modSp new ord modNotes">
        <pc:chgData name="Jeremiah McReynolds" userId="7bdcb7239df3ea70" providerId="Windows Live" clId="Web-{28F96FD8-E262-46FD-945D-0047D5D0330C}" dt="2020-12-09T02:43:24.472" v="2888" actId="1076"/>
        <pc:sldMkLst>
          <pc:docMk/>
          <pc:sldMk cId="2018750647" sldId="259"/>
        </pc:sldMkLst>
        <pc:spChg chg="mod">
          <ac:chgData name="Jeremiah McReynolds" userId="7bdcb7239df3ea70" providerId="Windows Live" clId="Web-{28F96FD8-E262-46FD-945D-0047D5D0330C}" dt="2020-12-09T02:05:30.465" v="130" actId="20577"/>
          <ac:spMkLst>
            <pc:docMk/>
            <pc:sldMk cId="2018750647" sldId="259"/>
            <ac:spMk id="2" creationId="{949C7CE8-DE2A-4DF7-9F97-54A758ABDC56}"/>
          </ac:spMkLst>
        </pc:spChg>
        <pc:spChg chg="mod">
          <ac:chgData name="Jeremiah McReynolds" userId="7bdcb7239df3ea70" providerId="Windows Live" clId="Web-{28F96FD8-E262-46FD-945D-0047D5D0330C}" dt="2020-12-09T02:11:18.411" v="566" actId="20577"/>
          <ac:spMkLst>
            <pc:docMk/>
            <pc:sldMk cId="2018750647" sldId="259"/>
            <ac:spMk id="3" creationId="{54D4E014-7C45-487B-B35F-FAD555A37CA6}"/>
          </ac:spMkLst>
        </pc:spChg>
        <pc:picChg chg="add mod">
          <ac:chgData name="Jeremiah McReynolds" userId="7bdcb7239df3ea70" providerId="Windows Live" clId="Web-{28F96FD8-E262-46FD-945D-0047D5D0330C}" dt="2020-12-09T02:43:24.472" v="2888" actId="1076"/>
          <ac:picMkLst>
            <pc:docMk/>
            <pc:sldMk cId="2018750647" sldId="259"/>
            <ac:picMk id="4" creationId="{29AD6A4C-E0B8-47D4-8A9A-66C72CBB3281}"/>
          </ac:picMkLst>
        </pc:picChg>
      </pc:sldChg>
      <pc:sldChg chg="addSp delSp modSp add replId modNotes">
        <pc:chgData name="Jeremiah McReynolds" userId="7bdcb7239df3ea70" providerId="Windows Live" clId="Web-{28F96FD8-E262-46FD-945D-0047D5D0330C}" dt="2020-12-09T02:43:38.160" v="2889" actId="1076"/>
        <pc:sldMkLst>
          <pc:docMk/>
          <pc:sldMk cId="2547194253" sldId="260"/>
        </pc:sldMkLst>
        <pc:spChg chg="mod">
          <ac:chgData name="Jeremiah McReynolds" userId="7bdcb7239df3ea70" providerId="Windows Live" clId="Web-{28F96FD8-E262-46FD-945D-0047D5D0330C}" dt="2020-12-09T02:12:04.459" v="617" actId="20577"/>
          <ac:spMkLst>
            <pc:docMk/>
            <pc:sldMk cId="2547194253" sldId="260"/>
            <ac:spMk id="2" creationId="{949C7CE8-DE2A-4DF7-9F97-54A758ABDC56}"/>
          </ac:spMkLst>
        </pc:spChg>
        <pc:spChg chg="mod">
          <ac:chgData name="Jeremiah McReynolds" userId="7bdcb7239df3ea70" providerId="Windows Live" clId="Web-{28F96FD8-E262-46FD-945D-0047D5D0330C}" dt="2020-12-09T02:27:59.450" v="2147" actId="20577"/>
          <ac:spMkLst>
            <pc:docMk/>
            <pc:sldMk cId="2547194253" sldId="260"/>
            <ac:spMk id="3" creationId="{54D4E014-7C45-487B-B35F-FAD555A37CA6}"/>
          </ac:spMkLst>
        </pc:spChg>
        <pc:picChg chg="add del mod">
          <ac:chgData name="Jeremiah McReynolds" userId="7bdcb7239df3ea70" providerId="Windows Live" clId="Web-{28F96FD8-E262-46FD-945D-0047D5D0330C}" dt="2020-12-09T02:39:54.092" v="2858"/>
          <ac:picMkLst>
            <pc:docMk/>
            <pc:sldMk cId="2547194253" sldId="260"/>
            <ac:picMk id="4" creationId="{72A96F30-6923-4EF1-9B88-30046091D080}"/>
          </ac:picMkLst>
        </pc:picChg>
        <pc:picChg chg="add mod">
          <ac:chgData name="Jeremiah McReynolds" userId="7bdcb7239df3ea70" providerId="Windows Live" clId="Web-{28F96FD8-E262-46FD-945D-0047D5D0330C}" dt="2020-12-09T02:43:38.160" v="2889" actId="1076"/>
          <ac:picMkLst>
            <pc:docMk/>
            <pc:sldMk cId="2547194253" sldId="260"/>
            <ac:picMk id="5" creationId="{757C59E5-06D5-4380-BD4B-A0410FFBDCD2}"/>
          </ac:picMkLst>
        </pc:picChg>
        <pc:picChg chg="add del mod">
          <ac:chgData name="Jeremiah McReynolds" userId="7bdcb7239df3ea70" providerId="Windows Live" clId="Web-{28F96FD8-E262-46FD-945D-0047D5D0330C}" dt="2020-12-09T02:40:03.561" v="2860"/>
          <ac:picMkLst>
            <pc:docMk/>
            <pc:sldMk cId="2547194253" sldId="260"/>
            <ac:picMk id="6" creationId="{F6E5DCA4-E29F-4B37-B5E9-2B76DACDD613}"/>
          </ac:picMkLst>
        </pc:picChg>
      </pc:sldChg>
      <pc:sldChg chg="addSp modSp add del replId">
        <pc:chgData name="Jeremiah McReynolds" userId="7bdcb7239df3ea70" providerId="Windows Live" clId="Web-{28F96FD8-E262-46FD-945D-0047D5D0330C}" dt="2020-12-09T04:16:56.574" v="6074"/>
        <pc:sldMkLst>
          <pc:docMk/>
          <pc:sldMk cId="3530499589" sldId="261"/>
        </pc:sldMkLst>
        <pc:spChg chg="mod">
          <ac:chgData name="Jeremiah McReynolds" userId="7bdcb7239df3ea70" providerId="Windows Live" clId="Web-{28F96FD8-E262-46FD-945D-0047D5D0330C}" dt="2020-12-09T02:28:43.982" v="2152" actId="20577"/>
          <ac:spMkLst>
            <pc:docMk/>
            <pc:sldMk cId="3530499589" sldId="261"/>
            <ac:spMk id="2" creationId="{949C7CE8-DE2A-4DF7-9F97-54A758ABDC56}"/>
          </ac:spMkLst>
        </pc:spChg>
        <pc:spChg chg="mod">
          <ac:chgData name="Jeremiah McReynolds" userId="7bdcb7239df3ea70" providerId="Windows Live" clId="Web-{28F96FD8-E262-46FD-945D-0047D5D0330C}" dt="2020-12-09T03:32:03.407" v="4603" actId="14100"/>
          <ac:spMkLst>
            <pc:docMk/>
            <pc:sldMk cId="3530499589" sldId="261"/>
            <ac:spMk id="3" creationId="{54D4E014-7C45-487B-B35F-FAD555A37CA6}"/>
          </ac:spMkLst>
        </pc:spChg>
        <pc:graphicFrameChg chg="add mod modGraphic">
          <ac:chgData name="Jeremiah McReynolds" userId="7bdcb7239df3ea70" providerId="Windows Live" clId="Web-{28F96FD8-E262-46FD-945D-0047D5D0330C}" dt="2020-12-09T04:16:41.605" v="6073" actId="1076"/>
          <ac:graphicFrameMkLst>
            <pc:docMk/>
            <pc:sldMk cId="3530499589" sldId="261"/>
            <ac:graphicFrameMk id="4" creationId="{38E1ED07-B26B-41DF-BEBA-91CFB561D03D}"/>
          </ac:graphicFrameMkLst>
        </pc:graphicFrameChg>
        <pc:picChg chg="add mod">
          <ac:chgData name="Jeremiah McReynolds" userId="7bdcb7239df3ea70" providerId="Windows Live" clId="Web-{28F96FD8-E262-46FD-945D-0047D5D0330C}" dt="2020-12-09T02:43:41.597" v="2890" actId="1076"/>
          <ac:picMkLst>
            <pc:docMk/>
            <pc:sldMk cId="3530499589" sldId="261"/>
            <ac:picMk id="5" creationId="{0C1E9A5C-0688-455A-A190-BDA4D157AD9F}"/>
          </ac:picMkLst>
        </pc:picChg>
      </pc:sldChg>
      <pc:sldChg chg="modSp add replId">
        <pc:chgData name="Jeremiah McReynolds" userId="7bdcb7239df3ea70" providerId="Windows Live" clId="Web-{28F96FD8-E262-46FD-945D-0047D5D0330C}" dt="2020-12-09T02:11:33.927" v="610" actId="20577"/>
        <pc:sldMkLst>
          <pc:docMk/>
          <pc:sldMk cId="2559374757" sldId="262"/>
        </pc:sldMkLst>
        <pc:spChg chg="mod">
          <ac:chgData name="Jeremiah McReynolds" userId="7bdcb7239df3ea70" providerId="Windows Live" clId="Web-{28F96FD8-E262-46FD-945D-0047D5D0330C}" dt="2020-12-09T02:11:22.598" v="569" actId="20577"/>
          <ac:spMkLst>
            <pc:docMk/>
            <pc:sldMk cId="2559374757" sldId="262"/>
            <ac:spMk id="2" creationId="{949C7CE8-DE2A-4DF7-9F97-54A758ABDC56}"/>
          </ac:spMkLst>
        </pc:spChg>
        <pc:spChg chg="mod">
          <ac:chgData name="Jeremiah McReynolds" userId="7bdcb7239df3ea70" providerId="Windows Live" clId="Web-{28F96FD8-E262-46FD-945D-0047D5D0330C}" dt="2020-12-09T02:11:33.927" v="610" actId="20577"/>
          <ac:spMkLst>
            <pc:docMk/>
            <pc:sldMk cId="2559374757" sldId="262"/>
            <ac:spMk id="3" creationId="{54D4E014-7C45-487B-B35F-FAD555A37CA6}"/>
          </ac:spMkLst>
        </pc:spChg>
      </pc:sldChg>
      <pc:sldChg chg="addSp delSp modSp new mod setBg">
        <pc:chgData name="Jeremiah McReynolds" userId="7bdcb7239df3ea70" providerId="Windows Live" clId="Web-{28F96FD8-E262-46FD-945D-0047D5D0330C}" dt="2020-12-09T03:11:37.782" v="3983" actId="20577"/>
        <pc:sldMkLst>
          <pc:docMk/>
          <pc:sldMk cId="3567664038" sldId="263"/>
        </pc:sldMkLst>
        <pc:spChg chg="mod">
          <ac:chgData name="Jeremiah McReynolds" userId="7bdcb7239df3ea70" providerId="Windows Live" clId="Web-{28F96FD8-E262-46FD-945D-0047D5D0330C}" dt="2020-12-09T03:11:24.938" v="3928"/>
          <ac:spMkLst>
            <pc:docMk/>
            <pc:sldMk cId="3567664038" sldId="263"/>
            <ac:spMk id="2" creationId="{275D2772-D5C1-4F2F-982C-E3CE6311D7C1}"/>
          </ac:spMkLst>
        </pc:spChg>
        <pc:spChg chg="del">
          <ac:chgData name="Jeremiah McReynolds" userId="7bdcb7239df3ea70" providerId="Windows Live" clId="Web-{28F96FD8-E262-46FD-945D-0047D5D0330C}" dt="2020-12-09T03:10:20.874" v="3925"/>
          <ac:spMkLst>
            <pc:docMk/>
            <pc:sldMk cId="3567664038" sldId="263"/>
            <ac:spMk id="3" creationId="{10EE2A4D-90E5-4131-BAF7-F14F223EE172}"/>
          </ac:spMkLst>
        </pc:spChg>
        <pc:spChg chg="add mod">
          <ac:chgData name="Jeremiah McReynolds" userId="7bdcb7239df3ea70" providerId="Windows Live" clId="Web-{28F96FD8-E262-46FD-945D-0047D5D0330C}" dt="2020-12-09T03:11:37.782" v="3983" actId="20577"/>
          <ac:spMkLst>
            <pc:docMk/>
            <pc:sldMk cId="3567664038" sldId="263"/>
            <ac:spMk id="10" creationId="{F2787F8E-44EF-4B0E-B76E-EC2BA456B89F}"/>
          </ac:spMkLst>
        </pc:spChg>
        <pc:spChg chg="add">
          <ac:chgData name="Jeremiah McReynolds" userId="7bdcb7239df3ea70" providerId="Windows Live" clId="Web-{28F96FD8-E262-46FD-945D-0047D5D0330C}" dt="2020-12-09T03:11:24.938" v="3928"/>
          <ac:spMkLst>
            <pc:docMk/>
            <pc:sldMk cId="3567664038" sldId="263"/>
            <ac:spMk id="13" creationId="{88011AB3-F298-489B-9CDC-E4D0C6BF7861}"/>
          </ac:spMkLst>
        </pc:spChg>
        <pc:spChg chg="add">
          <ac:chgData name="Jeremiah McReynolds" userId="7bdcb7239df3ea70" providerId="Windows Live" clId="Web-{28F96FD8-E262-46FD-945D-0047D5D0330C}" dt="2020-12-09T03:11:24.938" v="3928"/>
          <ac:spMkLst>
            <pc:docMk/>
            <pc:sldMk cId="3567664038" sldId="263"/>
            <ac:spMk id="17" creationId="{97ECE6F9-C5A2-4F4F-960C-6971D06126ED}"/>
          </ac:spMkLst>
        </pc:spChg>
        <pc:spChg chg="add">
          <ac:chgData name="Jeremiah McReynolds" userId="7bdcb7239df3ea70" providerId="Windows Live" clId="Web-{28F96FD8-E262-46FD-945D-0047D5D0330C}" dt="2020-12-09T03:11:24.938" v="3928"/>
          <ac:spMkLst>
            <pc:docMk/>
            <pc:sldMk cId="3567664038" sldId="263"/>
            <ac:spMk id="23" creationId="{0105ED54-B9E7-4A77-A906-6931E7BC18F5}"/>
          </ac:spMkLst>
        </pc:spChg>
        <pc:grpChg chg="add">
          <ac:chgData name="Jeremiah McReynolds" userId="7bdcb7239df3ea70" providerId="Windows Live" clId="Web-{28F96FD8-E262-46FD-945D-0047D5D0330C}" dt="2020-12-09T03:11:24.938" v="3928"/>
          <ac:grpSpMkLst>
            <pc:docMk/>
            <pc:sldMk cId="3567664038" sldId="263"/>
            <ac:grpSpMk id="19" creationId="{2816CFF4-7965-45A1-8E21-056F9AE41A72}"/>
          </ac:grpSpMkLst>
        </pc:grpChg>
        <pc:picChg chg="add mod ord">
          <ac:chgData name="Jeremiah McReynolds" userId="7bdcb7239df3ea70" providerId="Windows Live" clId="Web-{28F96FD8-E262-46FD-945D-0047D5D0330C}" dt="2020-12-09T03:11:24.938" v="3928"/>
          <ac:picMkLst>
            <pc:docMk/>
            <pc:sldMk cId="3567664038" sldId="263"/>
            <ac:picMk id="4" creationId="{AC376E5E-3ED1-441E-8031-8588F04C285D}"/>
          </ac:picMkLst>
        </pc:picChg>
        <pc:picChg chg="add mod">
          <ac:chgData name="Jeremiah McReynolds" userId="7bdcb7239df3ea70" providerId="Windows Live" clId="Web-{28F96FD8-E262-46FD-945D-0047D5D0330C}" dt="2020-12-09T03:11:24.938" v="3928"/>
          <ac:picMkLst>
            <pc:docMk/>
            <pc:sldMk cId="3567664038" sldId="263"/>
            <ac:picMk id="5" creationId="{F4FD1D58-527F-4E06-AFF6-24B071F4D91D}"/>
          </ac:picMkLst>
        </pc:picChg>
        <pc:picChg chg="add mod ord">
          <ac:chgData name="Jeremiah McReynolds" userId="7bdcb7239df3ea70" providerId="Windows Live" clId="Web-{28F96FD8-E262-46FD-945D-0047D5D0330C}" dt="2020-12-09T03:11:24.938" v="3928"/>
          <ac:picMkLst>
            <pc:docMk/>
            <pc:sldMk cId="3567664038" sldId="263"/>
            <ac:picMk id="6" creationId="{C08F5CF9-D29A-46B1-A229-8D06137597D9}"/>
          </ac:picMkLst>
        </pc:picChg>
        <pc:picChg chg="add">
          <ac:chgData name="Jeremiah McReynolds" userId="7bdcb7239df3ea70" providerId="Windows Live" clId="Web-{28F96FD8-E262-46FD-945D-0047D5D0330C}" dt="2020-12-09T03:11:24.938" v="3928"/>
          <ac:picMkLst>
            <pc:docMk/>
            <pc:sldMk cId="3567664038" sldId="263"/>
            <ac:picMk id="25" creationId="{84ACBFAF-EDCF-4F5A-9E73-1D74270EF509}"/>
          </ac:picMkLst>
        </pc:picChg>
        <pc:cxnChg chg="add">
          <ac:chgData name="Jeremiah McReynolds" userId="7bdcb7239df3ea70" providerId="Windows Live" clId="Web-{28F96FD8-E262-46FD-945D-0047D5D0330C}" dt="2020-12-09T03:11:24.938" v="3928"/>
          <ac:cxnSpMkLst>
            <pc:docMk/>
            <pc:sldMk cId="3567664038" sldId="263"/>
            <ac:cxnSpMk id="15" creationId="{BB644495-DD06-45AD-AA80-247F03A33D1D}"/>
          </ac:cxnSpMkLst>
        </pc:cxnChg>
        <pc:cxnChg chg="add">
          <ac:chgData name="Jeremiah McReynolds" userId="7bdcb7239df3ea70" providerId="Windows Live" clId="Web-{28F96FD8-E262-46FD-945D-0047D5D0330C}" dt="2020-12-09T03:11:24.938" v="3928"/>
          <ac:cxnSpMkLst>
            <pc:docMk/>
            <pc:sldMk cId="3567664038" sldId="263"/>
            <ac:cxnSpMk id="27" creationId="{BA5E64BC-15F3-4902-B20F-A77B48A00685}"/>
          </ac:cxnSpMkLst>
        </pc:cxnChg>
      </pc:sldChg>
      <pc:sldChg chg="addSp delSp modSp new mod setBg">
        <pc:chgData name="Jeremiah McReynolds" userId="7bdcb7239df3ea70" providerId="Windows Live" clId="Web-{28F96FD8-E262-46FD-945D-0047D5D0330C}" dt="2020-12-09T03:07:10.822" v="3794" actId="20577"/>
        <pc:sldMkLst>
          <pc:docMk/>
          <pc:sldMk cId="2045291064" sldId="264"/>
        </pc:sldMkLst>
        <pc:spChg chg="mod">
          <ac:chgData name="Jeremiah McReynolds" userId="7bdcb7239df3ea70" providerId="Windows Live" clId="Web-{28F96FD8-E262-46FD-945D-0047D5D0330C}" dt="2020-12-09T03:04:18.881" v="3611"/>
          <ac:spMkLst>
            <pc:docMk/>
            <pc:sldMk cId="2045291064" sldId="264"/>
            <ac:spMk id="2" creationId="{0C3A049C-B789-4B5A-AF48-FBA30AE3BD14}"/>
          </ac:spMkLst>
        </pc:spChg>
        <pc:spChg chg="del">
          <ac:chgData name="Jeremiah McReynolds" userId="7bdcb7239df3ea70" providerId="Windows Live" clId="Web-{28F96FD8-E262-46FD-945D-0047D5D0330C}" dt="2020-12-09T02:56:20.227" v="3418"/>
          <ac:spMkLst>
            <pc:docMk/>
            <pc:sldMk cId="2045291064" sldId="264"/>
            <ac:spMk id="3" creationId="{67355311-A66A-42AE-84B0-C593E56C7D65}"/>
          </ac:spMkLst>
        </pc:spChg>
        <pc:spChg chg="add mod">
          <ac:chgData name="Jeremiah McReynolds" userId="7bdcb7239df3ea70" providerId="Windows Live" clId="Web-{28F96FD8-E262-46FD-945D-0047D5D0330C}" dt="2020-12-09T03:07:10.822" v="3794" actId="20577"/>
          <ac:spMkLst>
            <pc:docMk/>
            <pc:sldMk cId="2045291064" sldId="264"/>
            <ac:spMk id="10" creationId="{88137432-B67D-4E96-A796-CB32316047BA}"/>
          </ac:spMkLst>
        </pc:spChg>
        <pc:spChg chg="add">
          <ac:chgData name="Jeremiah McReynolds" userId="7bdcb7239df3ea70" providerId="Windows Live" clId="Web-{28F96FD8-E262-46FD-945D-0047D5D0330C}" dt="2020-12-09T03:04:18.881" v="3611"/>
          <ac:spMkLst>
            <pc:docMk/>
            <pc:sldMk cId="2045291064" sldId="264"/>
            <ac:spMk id="13" creationId="{88011AB3-F298-489B-9CDC-E4D0C6BF7861}"/>
          </ac:spMkLst>
        </pc:spChg>
        <pc:spChg chg="add">
          <ac:chgData name="Jeremiah McReynolds" userId="7bdcb7239df3ea70" providerId="Windows Live" clId="Web-{28F96FD8-E262-46FD-945D-0047D5D0330C}" dt="2020-12-09T03:04:18.881" v="3611"/>
          <ac:spMkLst>
            <pc:docMk/>
            <pc:sldMk cId="2045291064" sldId="264"/>
            <ac:spMk id="17" creationId="{97ECE6F9-C5A2-4F4F-960C-6971D06126ED}"/>
          </ac:spMkLst>
        </pc:spChg>
        <pc:spChg chg="add">
          <ac:chgData name="Jeremiah McReynolds" userId="7bdcb7239df3ea70" providerId="Windows Live" clId="Web-{28F96FD8-E262-46FD-945D-0047D5D0330C}" dt="2020-12-09T03:04:18.881" v="3611"/>
          <ac:spMkLst>
            <pc:docMk/>
            <pc:sldMk cId="2045291064" sldId="264"/>
            <ac:spMk id="23" creationId="{0105ED54-B9E7-4A77-A906-6931E7BC18F5}"/>
          </ac:spMkLst>
        </pc:spChg>
        <pc:grpChg chg="add">
          <ac:chgData name="Jeremiah McReynolds" userId="7bdcb7239df3ea70" providerId="Windows Live" clId="Web-{28F96FD8-E262-46FD-945D-0047D5D0330C}" dt="2020-12-09T03:04:18.881" v="3611"/>
          <ac:grpSpMkLst>
            <pc:docMk/>
            <pc:sldMk cId="2045291064" sldId="264"/>
            <ac:grpSpMk id="19" creationId="{2816CFF4-7965-45A1-8E21-056F9AE41A72}"/>
          </ac:grpSpMkLst>
        </pc:grpChg>
        <pc:picChg chg="add mod ord">
          <ac:chgData name="Jeremiah McReynolds" userId="7bdcb7239df3ea70" providerId="Windows Live" clId="Web-{28F96FD8-E262-46FD-945D-0047D5D0330C}" dt="2020-12-09T03:04:18.881" v="3611"/>
          <ac:picMkLst>
            <pc:docMk/>
            <pc:sldMk cId="2045291064" sldId="264"/>
            <ac:picMk id="4" creationId="{D2E3A15F-DDF7-4978-BAF7-1A13795014DF}"/>
          </ac:picMkLst>
        </pc:picChg>
        <pc:picChg chg="add mod">
          <ac:chgData name="Jeremiah McReynolds" userId="7bdcb7239df3ea70" providerId="Windows Live" clId="Web-{28F96FD8-E262-46FD-945D-0047D5D0330C}" dt="2020-12-09T03:04:18.881" v="3611"/>
          <ac:picMkLst>
            <pc:docMk/>
            <pc:sldMk cId="2045291064" sldId="264"/>
            <ac:picMk id="5" creationId="{6B28EE0D-5F8F-45DE-A768-2625CFD80FC5}"/>
          </ac:picMkLst>
        </pc:picChg>
        <pc:picChg chg="add mod">
          <ac:chgData name="Jeremiah McReynolds" userId="7bdcb7239df3ea70" providerId="Windows Live" clId="Web-{28F96FD8-E262-46FD-945D-0047D5D0330C}" dt="2020-12-09T03:04:18.881" v="3611"/>
          <ac:picMkLst>
            <pc:docMk/>
            <pc:sldMk cId="2045291064" sldId="264"/>
            <ac:picMk id="6" creationId="{F5FCE7EB-C988-4AB8-B609-A53574314FBB}"/>
          </ac:picMkLst>
        </pc:picChg>
        <pc:picChg chg="add">
          <ac:chgData name="Jeremiah McReynolds" userId="7bdcb7239df3ea70" providerId="Windows Live" clId="Web-{28F96FD8-E262-46FD-945D-0047D5D0330C}" dt="2020-12-09T03:04:18.881" v="3611"/>
          <ac:picMkLst>
            <pc:docMk/>
            <pc:sldMk cId="2045291064" sldId="264"/>
            <ac:picMk id="25" creationId="{84ACBFAF-EDCF-4F5A-9E73-1D74270EF509}"/>
          </ac:picMkLst>
        </pc:picChg>
        <pc:cxnChg chg="add">
          <ac:chgData name="Jeremiah McReynolds" userId="7bdcb7239df3ea70" providerId="Windows Live" clId="Web-{28F96FD8-E262-46FD-945D-0047D5D0330C}" dt="2020-12-09T03:04:18.881" v="3611"/>
          <ac:cxnSpMkLst>
            <pc:docMk/>
            <pc:sldMk cId="2045291064" sldId="264"/>
            <ac:cxnSpMk id="15" creationId="{BB644495-DD06-45AD-AA80-247F03A33D1D}"/>
          </ac:cxnSpMkLst>
        </pc:cxnChg>
        <pc:cxnChg chg="add">
          <ac:chgData name="Jeremiah McReynolds" userId="7bdcb7239df3ea70" providerId="Windows Live" clId="Web-{28F96FD8-E262-46FD-945D-0047D5D0330C}" dt="2020-12-09T03:04:18.881" v="3611"/>
          <ac:cxnSpMkLst>
            <pc:docMk/>
            <pc:sldMk cId="2045291064" sldId="264"/>
            <ac:cxnSpMk id="27" creationId="{BA5E64BC-15F3-4902-B20F-A77B48A00685}"/>
          </ac:cxnSpMkLst>
        </pc:cxnChg>
      </pc:sldChg>
      <pc:sldChg chg="addSp delSp modSp new mod setBg">
        <pc:chgData name="Jeremiah McReynolds" userId="7bdcb7239df3ea70" providerId="Windows Live" clId="Web-{28F96FD8-E262-46FD-945D-0047D5D0330C}" dt="2020-12-09T03:09:20.185" v="3868" actId="1076"/>
        <pc:sldMkLst>
          <pc:docMk/>
          <pc:sldMk cId="2806579285" sldId="265"/>
        </pc:sldMkLst>
        <pc:spChg chg="mod">
          <ac:chgData name="Jeremiah McReynolds" userId="7bdcb7239df3ea70" providerId="Windows Live" clId="Web-{28F96FD8-E262-46FD-945D-0047D5D0330C}" dt="2020-12-09T03:00:29.280" v="3510"/>
          <ac:spMkLst>
            <pc:docMk/>
            <pc:sldMk cId="2806579285" sldId="265"/>
            <ac:spMk id="2" creationId="{E320A6D8-EB3C-43F6-A686-3CAE99D5AE4D}"/>
          </ac:spMkLst>
        </pc:spChg>
        <pc:spChg chg="del mod">
          <ac:chgData name="Jeremiah McReynolds" userId="7bdcb7239df3ea70" providerId="Windows Live" clId="Web-{28F96FD8-E262-46FD-945D-0047D5D0330C}" dt="2020-12-09T02:55:09.179" v="3383"/>
          <ac:spMkLst>
            <pc:docMk/>
            <pc:sldMk cId="2806579285" sldId="265"/>
            <ac:spMk id="3" creationId="{05DFB39F-6721-41E1-AD06-BCFE9CC80215}"/>
          </ac:spMkLst>
        </pc:spChg>
        <pc:spChg chg="add del mod">
          <ac:chgData name="Jeremiah McReynolds" userId="7bdcb7239df3ea70" providerId="Windows Live" clId="Web-{28F96FD8-E262-46FD-945D-0047D5D0330C}" dt="2020-12-09T02:55:47.945" v="3390"/>
          <ac:spMkLst>
            <pc:docMk/>
            <pc:sldMk cId="2806579285" sldId="265"/>
            <ac:spMk id="5" creationId="{C4C26860-A2E1-4757-A3D9-45CA22B1E374}"/>
          </ac:spMkLst>
        </pc:spChg>
        <pc:spChg chg="add del">
          <ac:chgData name="Jeremiah McReynolds" userId="7bdcb7239df3ea70" providerId="Windows Live" clId="Web-{28F96FD8-E262-46FD-945D-0047D5D0330C}" dt="2020-12-09T02:55:55.102" v="3391"/>
          <ac:spMkLst>
            <pc:docMk/>
            <pc:sldMk cId="2806579285" sldId="265"/>
            <ac:spMk id="8" creationId="{F77FDAC3-B1A3-42EA-B197-220D43A47A12}"/>
          </ac:spMkLst>
        </pc:spChg>
        <pc:spChg chg="add del">
          <ac:chgData name="Jeremiah McReynolds" userId="7bdcb7239df3ea70" providerId="Windows Live" clId="Web-{28F96FD8-E262-46FD-945D-0047D5D0330C}" dt="2020-12-09T02:55:20.335" v="3386"/>
          <ac:spMkLst>
            <pc:docMk/>
            <pc:sldMk cId="2806579285" sldId="265"/>
            <ac:spMk id="9" creationId="{1CE580D1-F917-4567-AFB4-99AA9B52ADF0}"/>
          </ac:spMkLst>
        </pc:spChg>
        <pc:spChg chg="add del mod">
          <ac:chgData name="Jeremiah McReynolds" userId="7bdcb7239df3ea70" providerId="Windows Live" clId="Web-{28F96FD8-E262-46FD-945D-0047D5D0330C}" dt="2020-12-09T02:57:42.151" v="3488"/>
          <ac:spMkLst>
            <pc:docMk/>
            <pc:sldMk cId="2806579285" sldId="265"/>
            <ac:spMk id="10" creationId="{27258A32-D455-452D-8010-F6DE9DE60FAB}"/>
          </ac:spMkLst>
        </pc:spChg>
        <pc:spChg chg="add del">
          <ac:chgData name="Jeremiah McReynolds" userId="7bdcb7239df3ea70" providerId="Windows Live" clId="Web-{28F96FD8-E262-46FD-945D-0047D5D0330C}" dt="2020-12-09T02:59:10.387" v="3493"/>
          <ac:spMkLst>
            <pc:docMk/>
            <pc:sldMk cId="2806579285" sldId="265"/>
            <ac:spMk id="16" creationId="{E724B9E8-02C8-4B2E-8770-A00A67760DF0}"/>
          </ac:spMkLst>
        </pc:spChg>
        <pc:spChg chg="add del">
          <ac:chgData name="Jeremiah McReynolds" userId="7bdcb7239df3ea70" providerId="Windows Live" clId="Web-{28F96FD8-E262-46FD-945D-0047D5D0330C}" dt="2020-12-09T02:55:20.335" v="3386"/>
          <ac:spMkLst>
            <pc:docMk/>
            <pc:sldMk cId="2806579285" sldId="265"/>
            <ac:spMk id="17" creationId="{EC17D08F-2133-44A9-B28C-CB29928FA8D9}"/>
          </ac:spMkLst>
        </pc:spChg>
        <pc:spChg chg="add del">
          <ac:chgData name="Jeremiah McReynolds" userId="7bdcb7239df3ea70" providerId="Windows Live" clId="Web-{28F96FD8-E262-46FD-945D-0047D5D0330C}" dt="2020-12-09T02:59:07.044" v="3491"/>
          <ac:spMkLst>
            <pc:docMk/>
            <pc:sldMk cId="2806579285" sldId="265"/>
            <ac:spMk id="18" creationId="{E19FACC7-BE18-4337-8658-059AE809DEA5}"/>
          </ac:spMkLst>
        </pc:spChg>
        <pc:spChg chg="add del">
          <ac:chgData name="Jeremiah McReynolds" userId="7bdcb7239df3ea70" providerId="Windows Live" clId="Web-{28F96FD8-E262-46FD-945D-0047D5D0330C}" dt="2020-12-09T02:55:20.335" v="3386"/>
          <ac:spMkLst>
            <pc:docMk/>
            <pc:sldMk cId="2806579285" sldId="265"/>
            <ac:spMk id="19" creationId="{0CC36881-E309-4C41-8B5B-203AADC15FF6}"/>
          </ac:spMkLst>
        </pc:spChg>
        <pc:spChg chg="add del">
          <ac:chgData name="Jeremiah McReynolds" userId="7bdcb7239df3ea70" providerId="Windows Live" clId="Web-{28F96FD8-E262-46FD-945D-0047D5D0330C}" dt="2020-12-09T02:59:10.387" v="3493"/>
          <ac:spMkLst>
            <pc:docMk/>
            <pc:sldMk cId="2806579285" sldId="265"/>
            <ac:spMk id="24" creationId="{0F28EA84-13B4-4494-A4D3-8DE462FF0E6B}"/>
          </ac:spMkLst>
        </pc:spChg>
        <pc:spChg chg="add del">
          <ac:chgData name="Jeremiah McReynolds" userId="7bdcb7239df3ea70" providerId="Windows Live" clId="Web-{28F96FD8-E262-46FD-945D-0047D5D0330C}" dt="2020-12-09T02:59:10.387" v="3493"/>
          <ac:spMkLst>
            <pc:docMk/>
            <pc:sldMk cId="2806579285" sldId="265"/>
            <ac:spMk id="26" creationId="{6BEB1B24-66CE-4D63-A39D-2D1B481DF95E}"/>
          </ac:spMkLst>
        </pc:spChg>
        <pc:spChg chg="add del">
          <ac:chgData name="Jeremiah McReynolds" userId="7bdcb7239df3ea70" providerId="Windows Live" clId="Web-{28F96FD8-E262-46FD-945D-0047D5D0330C}" dt="2020-12-09T02:59:34.935" v="3497"/>
          <ac:spMkLst>
            <pc:docMk/>
            <pc:sldMk cId="2806579285" sldId="265"/>
            <ac:spMk id="28" creationId="{E724B9E8-02C8-4B2E-8770-A00A67760DF0}"/>
          </ac:spMkLst>
        </pc:spChg>
        <pc:spChg chg="add del">
          <ac:chgData name="Jeremiah McReynolds" userId="7bdcb7239df3ea70" providerId="Windows Live" clId="Web-{28F96FD8-E262-46FD-945D-0047D5D0330C}" dt="2020-12-09T02:59:22.263" v="3495"/>
          <ac:spMkLst>
            <pc:docMk/>
            <pc:sldMk cId="2806579285" sldId="265"/>
            <ac:spMk id="30" creationId="{88011AB3-F298-489B-9CDC-E4D0C6BF7861}"/>
          </ac:spMkLst>
        </pc:spChg>
        <pc:spChg chg="add del">
          <ac:chgData name="Jeremiah McReynolds" userId="7bdcb7239df3ea70" providerId="Windows Live" clId="Web-{28F96FD8-E262-46FD-945D-0047D5D0330C}" dt="2020-12-09T02:59:22.263" v="3495"/>
          <ac:spMkLst>
            <pc:docMk/>
            <pc:sldMk cId="2806579285" sldId="265"/>
            <ac:spMk id="34" creationId="{97ECE6F9-C5A2-4F4F-960C-6971D06126ED}"/>
          </ac:spMkLst>
        </pc:spChg>
        <pc:spChg chg="add del">
          <ac:chgData name="Jeremiah McReynolds" userId="7bdcb7239df3ea70" providerId="Windows Live" clId="Web-{28F96FD8-E262-46FD-945D-0047D5D0330C}" dt="2020-12-09T02:59:22.263" v="3495"/>
          <ac:spMkLst>
            <pc:docMk/>
            <pc:sldMk cId="2806579285" sldId="265"/>
            <ac:spMk id="36" creationId="{7BA4C169-4FF2-48A3-92E7-E5EFA5009006}"/>
          </ac:spMkLst>
        </pc:spChg>
        <pc:spChg chg="add del">
          <ac:chgData name="Jeremiah McReynolds" userId="7bdcb7239df3ea70" providerId="Windows Live" clId="Web-{28F96FD8-E262-46FD-945D-0047D5D0330C}" dt="2020-12-09T02:59:22.263" v="3495"/>
          <ac:spMkLst>
            <pc:docMk/>
            <pc:sldMk cId="2806579285" sldId="265"/>
            <ac:spMk id="39" creationId="{0105ED54-B9E7-4A77-A906-6931E7BC18F5}"/>
          </ac:spMkLst>
        </pc:spChg>
        <pc:spChg chg="add del">
          <ac:chgData name="Jeremiah McReynolds" userId="7bdcb7239df3ea70" providerId="Windows Live" clId="Web-{28F96FD8-E262-46FD-945D-0047D5D0330C}" dt="2020-12-09T02:59:34.935" v="3497"/>
          <ac:spMkLst>
            <pc:docMk/>
            <pc:sldMk cId="2806579285" sldId="265"/>
            <ac:spMk id="44" creationId="{0F28EA84-13B4-4494-A4D3-8DE462FF0E6B}"/>
          </ac:spMkLst>
        </pc:spChg>
        <pc:spChg chg="add del">
          <ac:chgData name="Jeremiah McReynolds" userId="7bdcb7239df3ea70" providerId="Windows Live" clId="Web-{28F96FD8-E262-46FD-945D-0047D5D0330C}" dt="2020-12-09T02:59:34.935" v="3497"/>
          <ac:spMkLst>
            <pc:docMk/>
            <pc:sldMk cId="2806579285" sldId="265"/>
            <ac:spMk id="45" creationId="{6BEB1B24-66CE-4D63-A39D-2D1B481DF95E}"/>
          </ac:spMkLst>
        </pc:spChg>
        <pc:spChg chg="add del">
          <ac:chgData name="Jeremiah McReynolds" userId="7bdcb7239df3ea70" providerId="Windows Live" clId="Web-{28F96FD8-E262-46FD-945D-0047D5D0330C}" dt="2020-12-09T03:00:29.280" v="3510"/>
          <ac:spMkLst>
            <pc:docMk/>
            <pc:sldMk cId="2806579285" sldId="265"/>
            <ac:spMk id="49" creationId="{143CD6E8-2E43-4178-90E2-DD4723306C6A}"/>
          </ac:spMkLst>
        </pc:spChg>
        <pc:spChg chg="add del">
          <ac:chgData name="Jeremiah McReynolds" userId="7bdcb7239df3ea70" providerId="Windows Live" clId="Web-{28F96FD8-E262-46FD-945D-0047D5D0330C}" dt="2020-12-09T03:00:29.280" v="3510"/>
          <ac:spMkLst>
            <pc:docMk/>
            <pc:sldMk cId="2806579285" sldId="265"/>
            <ac:spMk id="51" creationId="{82FE87A8-EEA8-4C5A-8567-3ED50A977FD5}"/>
          </ac:spMkLst>
        </pc:spChg>
        <pc:spChg chg="add del">
          <ac:chgData name="Jeremiah McReynolds" userId="7bdcb7239df3ea70" providerId="Windows Live" clId="Web-{28F96FD8-E262-46FD-945D-0047D5D0330C}" dt="2020-12-09T03:00:29.280" v="3510"/>
          <ac:spMkLst>
            <pc:docMk/>
            <pc:sldMk cId="2806579285" sldId="265"/>
            <ac:spMk id="55" creationId="{69BEE78F-A169-48D3-BFAE-C710A2D95FD0}"/>
          </ac:spMkLst>
        </pc:spChg>
        <pc:spChg chg="add del mod ord">
          <ac:chgData name="Jeremiah McReynolds" userId="7bdcb7239df3ea70" providerId="Windows Live" clId="Web-{28F96FD8-E262-46FD-945D-0047D5D0330C}" dt="2020-12-09T03:01:15.875" v="3512"/>
          <ac:spMkLst>
            <pc:docMk/>
            <pc:sldMk cId="2806579285" sldId="265"/>
            <ac:spMk id="56" creationId="{4AE313AF-7CAA-47C7-81C5-0469EF0FB8E9}"/>
          </ac:spMkLst>
        </pc:spChg>
        <pc:spChg chg="add del">
          <ac:chgData name="Jeremiah McReynolds" userId="7bdcb7239df3ea70" providerId="Windows Live" clId="Web-{28F96FD8-E262-46FD-945D-0047D5D0330C}" dt="2020-12-09T03:00:23.780" v="3507"/>
          <ac:spMkLst>
            <pc:docMk/>
            <pc:sldMk cId="2806579285" sldId="265"/>
            <ac:spMk id="60" creationId="{50E6CFCC-E96C-48AB-98C8-42F05727F1F4}"/>
          </ac:spMkLst>
        </pc:spChg>
        <pc:spChg chg="add del">
          <ac:chgData name="Jeremiah McReynolds" userId="7bdcb7239df3ea70" providerId="Windows Live" clId="Web-{28F96FD8-E262-46FD-945D-0047D5D0330C}" dt="2020-12-09T03:00:29.264" v="3509"/>
          <ac:spMkLst>
            <pc:docMk/>
            <pc:sldMk cId="2806579285" sldId="265"/>
            <ac:spMk id="61" creationId="{FEF1E4FC-0E33-4B98-A3DD-A5D669222DAD}"/>
          </ac:spMkLst>
        </pc:spChg>
        <pc:spChg chg="add del">
          <ac:chgData name="Jeremiah McReynolds" userId="7bdcb7239df3ea70" providerId="Windows Live" clId="Web-{28F96FD8-E262-46FD-945D-0047D5D0330C}" dt="2020-12-09T03:00:29.264" v="3509"/>
          <ac:spMkLst>
            <pc:docMk/>
            <pc:sldMk cId="2806579285" sldId="265"/>
            <ac:spMk id="64" creationId="{31A8C76C-0418-4EDE-BDB2-77E40342C46B}"/>
          </ac:spMkLst>
        </pc:spChg>
        <pc:spChg chg="add del">
          <ac:chgData name="Jeremiah McReynolds" userId="7bdcb7239df3ea70" providerId="Windows Live" clId="Web-{28F96FD8-E262-46FD-945D-0047D5D0330C}" dt="2020-12-09T03:00:23.780" v="3507"/>
          <ac:spMkLst>
            <pc:docMk/>
            <pc:sldMk cId="2806579285" sldId="265"/>
            <ac:spMk id="67" creationId="{BC55BC1D-EB38-400C-B11B-F8CC53896E28}"/>
          </ac:spMkLst>
        </pc:spChg>
        <pc:spChg chg="add del">
          <ac:chgData name="Jeremiah McReynolds" userId="7bdcb7239df3ea70" providerId="Windows Live" clId="Web-{28F96FD8-E262-46FD-945D-0047D5D0330C}" dt="2020-12-09T03:00:23.780" v="3507"/>
          <ac:spMkLst>
            <pc:docMk/>
            <pc:sldMk cId="2806579285" sldId="265"/>
            <ac:spMk id="73" creationId="{C294FAB0-0466-47B1-B964-43F67A9A8464}"/>
          </ac:spMkLst>
        </pc:spChg>
        <pc:spChg chg="add del">
          <ac:chgData name="Jeremiah McReynolds" userId="7bdcb7239df3ea70" providerId="Windows Live" clId="Web-{28F96FD8-E262-46FD-945D-0047D5D0330C}" dt="2020-12-09T03:01:22.781" v="3513"/>
          <ac:spMkLst>
            <pc:docMk/>
            <pc:sldMk cId="2806579285" sldId="265"/>
            <ac:spMk id="74" creationId="{88011AB3-F298-489B-9CDC-E4D0C6BF7861}"/>
          </ac:spMkLst>
        </pc:spChg>
        <pc:spChg chg="add del">
          <ac:chgData name="Jeremiah McReynolds" userId="7bdcb7239df3ea70" providerId="Windows Live" clId="Web-{28F96FD8-E262-46FD-945D-0047D5D0330C}" dt="2020-12-09T03:01:22.781" v="3513"/>
          <ac:spMkLst>
            <pc:docMk/>
            <pc:sldMk cId="2806579285" sldId="265"/>
            <ac:spMk id="78" creationId="{97ECE6F9-C5A2-4F4F-960C-6971D06126ED}"/>
          </ac:spMkLst>
        </pc:spChg>
        <pc:spChg chg="add del">
          <ac:chgData name="Jeremiah McReynolds" userId="7bdcb7239df3ea70" providerId="Windows Live" clId="Web-{28F96FD8-E262-46FD-945D-0047D5D0330C}" dt="2020-12-09T03:01:22.781" v="3513"/>
          <ac:spMkLst>
            <pc:docMk/>
            <pc:sldMk cId="2806579285" sldId="265"/>
            <ac:spMk id="80" creationId="{0105ED54-B9E7-4A77-A906-6931E7BC18F5}"/>
          </ac:spMkLst>
        </pc:spChg>
        <pc:spChg chg="add mod">
          <ac:chgData name="Jeremiah McReynolds" userId="7bdcb7239df3ea70" providerId="Windows Live" clId="Web-{28F96FD8-E262-46FD-945D-0047D5D0330C}" dt="2020-12-09T03:07:35.760" v="3857" actId="20577"/>
          <ac:spMkLst>
            <pc:docMk/>
            <pc:sldMk cId="2806579285" sldId="265"/>
            <ac:spMk id="86" creationId="{3560DE20-576E-41C9-9381-28A8B7DABC4D}"/>
          </ac:spMkLst>
        </pc:spChg>
        <pc:spChg chg="add">
          <ac:chgData name="Jeremiah McReynolds" userId="7bdcb7239df3ea70" providerId="Windows Live" clId="Web-{28F96FD8-E262-46FD-945D-0047D5D0330C}" dt="2020-12-09T03:01:22.781" v="3513"/>
          <ac:spMkLst>
            <pc:docMk/>
            <pc:sldMk cId="2806579285" sldId="265"/>
            <ac:spMk id="89" creationId="{88011AB3-F298-489B-9CDC-E4D0C6BF7861}"/>
          </ac:spMkLst>
        </pc:spChg>
        <pc:spChg chg="add">
          <ac:chgData name="Jeremiah McReynolds" userId="7bdcb7239df3ea70" providerId="Windows Live" clId="Web-{28F96FD8-E262-46FD-945D-0047D5D0330C}" dt="2020-12-09T03:01:22.781" v="3513"/>
          <ac:spMkLst>
            <pc:docMk/>
            <pc:sldMk cId="2806579285" sldId="265"/>
            <ac:spMk id="93" creationId="{97ECE6F9-C5A2-4F4F-960C-6971D06126ED}"/>
          </ac:spMkLst>
        </pc:spChg>
        <pc:spChg chg="add">
          <ac:chgData name="Jeremiah McReynolds" userId="7bdcb7239df3ea70" providerId="Windows Live" clId="Web-{28F96FD8-E262-46FD-945D-0047D5D0330C}" dt="2020-12-09T03:01:22.781" v="3513"/>
          <ac:spMkLst>
            <pc:docMk/>
            <pc:sldMk cId="2806579285" sldId="265"/>
            <ac:spMk id="99" creationId="{0105ED54-B9E7-4A77-A906-6931E7BC18F5}"/>
          </ac:spMkLst>
        </pc:spChg>
        <pc:grpChg chg="add del">
          <ac:chgData name="Jeremiah McReynolds" userId="7bdcb7239df3ea70" providerId="Windows Live" clId="Web-{28F96FD8-E262-46FD-945D-0047D5D0330C}" dt="2020-12-09T02:55:20.335" v="3386"/>
          <ac:grpSpMkLst>
            <pc:docMk/>
            <pc:sldMk cId="2806579285" sldId="265"/>
            <ac:grpSpMk id="23" creationId="{AED92372-F778-4E96-9E90-4E63BAF3CAD3}"/>
          </ac:grpSpMkLst>
        </pc:grpChg>
        <pc:grpChg chg="add del">
          <ac:chgData name="Jeremiah McReynolds" userId="7bdcb7239df3ea70" providerId="Windows Live" clId="Web-{28F96FD8-E262-46FD-945D-0047D5D0330C}" dt="2020-12-09T02:59:22.263" v="3495"/>
          <ac:grpSpMkLst>
            <pc:docMk/>
            <pc:sldMk cId="2806579285" sldId="265"/>
            <ac:grpSpMk id="37" creationId="{2816CFF4-7965-45A1-8E21-056F9AE41A72}"/>
          </ac:grpSpMkLst>
        </pc:grpChg>
        <pc:grpChg chg="add del">
          <ac:chgData name="Jeremiah McReynolds" userId="7bdcb7239df3ea70" providerId="Windows Live" clId="Web-{28F96FD8-E262-46FD-945D-0047D5D0330C}" dt="2020-12-09T03:00:29.280" v="3510"/>
          <ac:grpSpMkLst>
            <pc:docMk/>
            <pc:sldMk cId="2806579285" sldId="265"/>
            <ac:grpSpMk id="52" creationId="{38AC7332-35F9-4DA3-A5EB-C9312A8933A6}"/>
          </ac:grpSpMkLst>
        </pc:grpChg>
        <pc:grpChg chg="add del">
          <ac:chgData name="Jeremiah McReynolds" userId="7bdcb7239df3ea70" providerId="Windows Live" clId="Web-{28F96FD8-E262-46FD-945D-0047D5D0330C}" dt="2020-12-09T03:00:16.076" v="3505"/>
          <ac:grpSpMkLst>
            <pc:docMk/>
            <pc:sldMk cId="2806579285" sldId="265"/>
            <ac:grpSpMk id="63" creationId="{7E82793B-447F-4AB0-90C7-30E98CC3A18F}"/>
          </ac:grpSpMkLst>
        </pc:grpChg>
        <pc:grpChg chg="add del">
          <ac:chgData name="Jeremiah McReynolds" userId="7bdcb7239df3ea70" providerId="Windows Live" clId="Web-{28F96FD8-E262-46FD-945D-0047D5D0330C}" dt="2020-12-09T03:00:29.264" v="3509"/>
          <ac:grpSpMkLst>
            <pc:docMk/>
            <pc:sldMk cId="2806579285" sldId="265"/>
            <ac:grpSpMk id="66" creationId="{658745FB-EE90-4D69-97E4-A6ABA92E7706}"/>
          </ac:grpSpMkLst>
        </pc:grpChg>
        <pc:grpChg chg="add del">
          <ac:chgData name="Jeremiah McReynolds" userId="7bdcb7239df3ea70" providerId="Windows Live" clId="Web-{28F96FD8-E262-46FD-945D-0047D5D0330C}" dt="2020-12-09T03:00:23.780" v="3507"/>
          <ac:grpSpMkLst>
            <pc:docMk/>
            <pc:sldMk cId="2806579285" sldId="265"/>
            <ac:grpSpMk id="69" creationId="{1E7110B8-ED3B-4441-B1EB-C4DE3C46A0FD}"/>
          </ac:grpSpMkLst>
        </pc:grpChg>
        <pc:grpChg chg="add del">
          <ac:chgData name="Jeremiah McReynolds" userId="7bdcb7239df3ea70" providerId="Windows Live" clId="Web-{28F96FD8-E262-46FD-945D-0047D5D0330C}" dt="2020-12-09T03:01:22.781" v="3513"/>
          <ac:grpSpMkLst>
            <pc:docMk/>
            <pc:sldMk cId="2806579285" sldId="265"/>
            <ac:grpSpMk id="79" creationId="{2816CFF4-7965-45A1-8E21-056F9AE41A72}"/>
          </ac:grpSpMkLst>
        </pc:grpChg>
        <pc:grpChg chg="add">
          <ac:chgData name="Jeremiah McReynolds" userId="7bdcb7239df3ea70" providerId="Windows Live" clId="Web-{28F96FD8-E262-46FD-945D-0047D5D0330C}" dt="2020-12-09T03:01:22.781" v="3513"/>
          <ac:grpSpMkLst>
            <pc:docMk/>
            <pc:sldMk cId="2806579285" sldId="265"/>
            <ac:grpSpMk id="95" creationId="{2816CFF4-7965-45A1-8E21-056F9AE41A72}"/>
          </ac:grpSpMkLst>
        </pc:grpChg>
        <pc:picChg chg="add mod ord">
          <ac:chgData name="Jeremiah McReynolds" userId="7bdcb7239df3ea70" providerId="Windows Live" clId="Web-{28F96FD8-E262-46FD-945D-0047D5D0330C}" dt="2020-12-09T03:01:22.781" v="3513"/>
          <ac:picMkLst>
            <pc:docMk/>
            <pc:sldMk cId="2806579285" sldId="265"/>
            <ac:picMk id="4" creationId="{59A49899-DC4B-4361-8B80-2B320FFB0912}"/>
          </ac:picMkLst>
        </pc:picChg>
        <pc:picChg chg="add del mod ord">
          <ac:chgData name="Jeremiah McReynolds" userId="7bdcb7239df3ea70" providerId="Windows Live" clId="Web-{28F96FD8-E262-46FD-945D-0047D5D0330C}" dt="2020-12-09T02:56:23.727" v="3419"/>
          <ac:picMkLst>
            <pc:docMk/>
            <pc:sldMk cId="2806579285" sldId="265"/>
            <ac:picMk id="6" creationId="{A881A7AD-5172-4A73-B024-E8040A2AFAE6}"/>
          </ac:picMkLst>
        </pc:picChg>
        <pc:picChg chg="add del">
          <ac:chgData name="Jeremiah McReynolds" userId="7bdcb7239df3ea70" providerId="Windows Live" clId="Web-{28F96FD8-E262-46FD-945D-0047D5D0330C}" dt="2020-12-09T02:55:20.335" v="3386"/>
          <ac:picMkLst>
            <pc:docMk/>
            <pc:sldMk cId="2806579285" sldId="265"/>
            <ac:picMk id="11" creationId="{1F5620B8-A2D8-4568-B566-F0453A0D9167}"/>
          </ac:picMkLst>
        </pc:picChg>
        <pc:picChg chg="add del mod ord">
          <ac:chgData name="Jeremiah McReynolds" userId="7bdcb7239df3ea70" providerId="Windows Live" clId="Web-{28F96FD8-E262-46FD-945D-0047D5D0330C}" dt="2020-12-09T03:00:53.249" v="3511"/>
          <ac:picMkLst>
            <pc:docMk/>
            <pc:sldMk cId="2806579285" sldId="265"/>
            <ac:picMk id="12" creationId="{785D102C-A613-4D7B-978D-83CB84793A2B}"/>
          </ac:picMkLst>
        </pc:picChg>
        <pc:picChg chg="add del mod ord">
          <ac:chgData name="Jeremiah McReynolds" userId="7bdcb7239df3ea70" providerId="Windows Live" clId="Web-{28F96FD8-E262-46FD-945D-0047D5D0330C}" dt="2020-12-09T03:07:45.964" v="3860"/>
          <ac:picMkLst>
            <pc:docMk/>
            <pc:sldMk cId="2806579285" sldId="265"/>
            <ac:picMk id="14" creationId="{CD6A0CCA-5771-434D-8404-A4474B01277E}"/>
          </ac:picMkLst>
        </pc:picChg>
        <pc:picChg chg="add del">
          <ac:chgData name="Jeremiah McReynolds" userId="7bdcb7239df3ea70" providerId="Windows Live" clId="Web-{28F96FD8-E262-46FD-945D-0047D5D0330C}" dt="2020-12-09T02:59:10.387" v="3493"/>
          <ac:picMkLst>
            <pc:docMk/>
            <pc:sldMk cId="2806579285" sldId="265"/>
            <ac:picMk id="20" creationId="{7B8AE548-0BFA-4792-9962-3375923C7635}"/>
          </ac:picMkLst>
        </pc:picChg>
        <pc:picChg chg="add del">
          <ac:chgData name="Jeremiah McReynolds" userId="7bdcb7239df3ea70" providerId="Windows Live" clId="Web-{28F96FD8-E262-46FD-945D-0047D5D0330C}" dt="2020-12-09T02:55:20.335" v="3386"/>
          <ac:picMkLst>
            <pc:docMk/>
            <pc:sldMk cId="2806579285" sldId="265"/>
            <ac:picMk id="27" creationId="{4B61EBEC-D0CA-456C-98A6-EDA1AC9FB0D6}"/>
          </ac:picMkLst>
        </pc:picChg>
        <pc:picChg chg="add del">
          <ac:chgData name="Jeremiah McReynolds" userId="7bdcb7239df3ea70" providerId="Windows Live" clId="Web-{28F96FD8-E262-46FD-945D-0047D5D0330C}" dt="2020-12-09T02:59:10.387" v="3493"/>
          <ac:picMkLst>
            <pc:docMk/>
            <pc:sldMk cId="2806579285" sldId="265"/>
            <ac:picMk id="33" creationId="{E7233926-059A-41AD-A9F2-56552CF4FF6B}"/>
          </ac:picMkLst>
        </pc:picChg>
        <pc:picChg chg="add del">
          <ac:chgData name="Jeremiah McReynolds" userId="7bdcb7239df3ea70" providerId="Windows Live" clId="Web-{28F96FD8-E262-46FD-945D-0047D5D0330C}" dt="2020-12-09T02:59:34.935" v="3497"/>
          <ac:picMkLst>
            <pc:docMk/>
            <pc:sldMk cId="2806579285" sldId="265"/>
            <ac:picMk id="38" creationId="{7B8AE548-0BFA-4792-9962-3375923C7635}"/>
          </ac:picMkLst>
        </pc:picChg>
        <pc:picChg chg="add del">
          <ac:chgData name="Jeremiah McReynolds" userId="7bdcb7239df3ea70" providerId="Windows Live" clId="Web-{28F96FD8-E262-46FD-945D-0047D5D0330C}" dt="2020-12-09T02:59:22.263" v="3495"/>
          <ac:picMkLst>
            <pc:docMk/>
            <pc:sldMk cId="2806579285" sldId="265"/>
            <ac:picMk id="40" creationId="{84ACBFAF-EDCF-4F5A-9E73-1D74270EF509}"/>
          </ac:picMkLst>
        </pc:picChg>
        <pc:picChg chg="add del">
          <ac:chgData name="Jeremiah McReynolds" userId="7bdcb7239df3ea70" providerId="Windows Live" clId="Web-{28F96FD8-E262-46FD-945D-0047D5D0330C}" dt="2020-12-09T02:59:34.935" v="3497"/>
          <ac:picMkLst>
            <pc:docMk/>
            <pc:sldMk cId="2806579285" sldId="265"/>
            <ac:picMk id="47" creationId="{E7233926-059A-41AD-A9F2-56552CF4FF6B}"/>
          </ac:picMkLst>
        </pc:picChg>
        <pc:picChg chg="add del">
          <ac:chgData name="Jeremiah McReynolds" userId="7bdcb7239df3ea70" providerId="Windows Live" clId="Web-{28F96FD8-E262-46FD-945D-0047D5D0330C}" dt="2020-12-09T03:00:29.280" v="3510"/>
          <ac:picMkLst>
            <pc:docMk/>
            <pc:sldMk cId="2806579285" sldId="265"/>
            <ac:picMk id="57" creationId="{6ACC4EA8-710C-48CF-9C68-94358C9F0304}"/>
          </ac:picMkLst>
        </pc:picChg>
        <pc:picChg chg="add mod ord">
          <ac:chgData name="Jeremiah McReynolds" userId="7bdcb7239df3ea70" providerId="Windows Live" clId="Web-{28F96FD8-E262-46FD-945D-0047D5D0330C}" dt="2020-12-09T03:01:22.781" v="3513"/>
          <ac:picMkLst>
            <pc:docMk/>
            <pc:sldMk cId="2806579285" sldId="265"/>
            <ac:picMk id="59" creationId="{8CDB3D3E-24BD-46FD-A62C-2BF3E3711957}"/>
          </ac:picMkLst>
        </pc:picChg>
        <pc:picChg chg="add del">
          <ac:chgData name="Jeremiah McReynolds" userId="7bdcb7239df3ea70" providerId="Windows Live" clId="Web-{28F96FD8-E262-46FD-945D-0047D5D0330C}" dt="2020-12-09T03:00:29.264" v="3509"/>
          <ac:picMkLst>
            <pc:docMk/>
            <pc:sldMk cId="2806579285" sldId="265"/>
            <ac:picMk id="68" creationId="{9063AFF4-4A4D-478E-ADC6-7AE63E08ADC5}"/>
          </ac:picMkLst>
        </pc:picChg>
        <pc:picChg chg="add del">
          <ac:chgData name="Jeremiah McReynolds" userId="7bdcb7239df3ea70" providerId="Windows Live" clId="Web-{28F96FD8-E262-46FD-945D-0047D5D0330C}" dt="2020-12-09T03:00:23.780" v="3507"/>
          <ac:picMkLst>
            <pc:docMk/>
            <pc:sldMk cId="2806579285" sldId="265"/>
            <ac:picMk id="75" creationId="{FB4DDAF3-76BC-49F9-B735-F7A5CE86380D}"/>
          </ac:picMkLst>
        </pc:picChg>
        <pc:picChg chg="add del">
          <ac:chgData name="Jeremiah McReynolds" userId="7bdcb7239df3ea70" providerId="Windows Live" clId="Web-{28F96FD8-E262-46FD-945D-0047D5D0330C}" dt="2020-12-09T03:01:22.781" v="3513"/>
          <ac:picMkLst>
            <pc:docMk/>
            <pc:sldMk cId="2806579285" sldId="265"/>
            <ac:picMk id="81" creationId="{84ACBFAF-EDCF-4F5A-9E73-1D74270EF509}"/>
          </ac:picMkLst>
        </pc:picChg>
        <pc:picChg chg="add mod">
          <ac:chgData name="Jeremiah McReynolds" userId="7bdcb7239df3ea70" providerId="Windows Live" clId="Web-{28F96FD8-E262-46FD-945D-0047D5D0330C}" dt="2020-12-09T03:09:20.185" v="3868" actId="1076"/>
          <ac:picMkLst>
            <pc:docMk/>
            <pc:sldMk cId="2806579285" sldId="265"/>
            <ac:picMk id="83" creationId="{967E6B26-5ECA-4396-B67C-0527887B4D6B}"/>
          </ac:picMkLst>
        </pc:picChg>
        <pc:picChg chg="add">
          <ac:chgData name="Jeremiah McReynolds" userId="7bdcb7239df3ea70" providerId="Windows Live" clId="Web-{28F96FD8-E262-46FD-945D-0047D5D0330C}" dt="2020-12-09T03:01:22.781" v="3513"/>
          <ac:picMkLst>
            <pc:docMk/>
            <pc:sldMk cId="2806579285" sldId="265"/>
            <ac:picMk id="101" creationId="{84ACBFAF-EDCF-4F5A-9E73-1D74270EF509}"/>
          </ac:picMkLst>
        </pc:picChg>
        <pc:cxnChg chg="add del">
          <ac:chgData name="Jeremiah McReynolds" userId="7bdcb7239df3ea70" providerId="Windows Live" clId="Web-{28F96FD8-E262-46FD-945D-0047D5D0330C}" dt="2020-12-09T02:55:20.335" v="3386"/>
          <ac:cxnSpMkLst>
            <pc:docMk/>
            <pc:sldMk cId="2806579285" sldId="265"/>
            <ac:cxnSpMk id="13" creationId="{1C7D2BA4-4B7A-4596-8BCC-5CF715423894}"/>
          </ac:cxnSpMkLst>
        </pc:cxnChg>
        <pc:cxnChg chg="add del">
          <ac:chgData name="Jeremiah McReynolds" userId="7bdcb7239df3ea70" providerId="Windows Live" clId="Web-{28F96FD8-E262-46FD-945D-0047D5D0330C}" dt="2020-12-09T02:55:20.335" v="3386"/>
          <ac:cxnSpMkLst>
            <pc:docMk/>
            <pc:sldMk cId="2806579285" sldId="265"/>
            <ac:cxnSpMk id="15" creationId="{4977F1E1-2B6F-4BB6-899F-67D8764D83C5}"/>
          </ac:cxnSpMkLst>
        </pc:cxnChg>
        <pc:cxnChg chg="add del">
          <ac:chgData name="Jeremiah McReynolds" userId="7bdcb7239df3ea70" providerId="Windows Live" clId="Web-{28F96FD8-E262-46FD-945D-0047D5D0330C}" dt="2020-12-09T02:55:20.335" v="3386"/>
          <ac:cxnSpMkLst>
            <pc:docMk/>
            <pc:sldMk cId="2806579285" sldId="265"/>
            <ac:cxnSpMk id="21" creationId="{84F2C6A8-7D46-49EA-860B-0F0B0208436C}"/>
          </ac:cxnSpMkLst>
        </pc:cxnChg>
        <pc:cxnChg chg="add del">
          <ac:chgData name="Jeremiah McReynolds" userId="7bdcb7239df3ea70" providerId="Windows Live" clId="Web-{28F96FD8-E262-46FD-945D-0047D5D0330C}" dt="2020-12-09T02:59:10.387" v="3493"/>
          <ac:cxnSpMkLst>
            <pc:docMk/>
            <pc:sldMk cId="2806579285" sldId="265"/>
            <ac:cxnSpMk id="22" creationId="{67639EF4-FA83-4D85-90FE-B831AF283896}"/>
          </ac:cxnSpMkLst>
        </pc:cxnChg>
        <pc:cxnChg chg="add del">
          <ac:chgData name="Jeremiah McReynolds" userId="7bdcb7239df3ea70" providerId="Windows Live" clId="Web-{28F96FD8-E262-46FD-945D-0047D5D0330C}" dt="2020-12-09T02:59:10.387" v="3493"/>
          <ac:cxnSpMkLst>
            <pc:docMk/>
            <pc:sldMk cId="2806579285" sldId="265"/>
            <ac:cxnSpMk id="25" creationId="{CC87E76A-8F50-413D-9BFC-C5A1525BD9BC}"/>
          </ac:cxnSpMkLst>
        </pc:cxnChg>
        <pc:cxnChg chg="add del">
          <ac:chgData name="Jeremiah McReynolds" userId="7bdcb7239df3ea70" providerId="Windows Live" clId="Web-{28F96FD8-E262-46FD-945D-0047D5D0330C}" dt="2020-12-09T02:55:20.335" v="3386"/>
          <ac:cxnSpMkLst>
            <pc:docMk/>
            <pc:sldMk cId="2806579285" sldId="265"/>
            <ac:cxnSpMk id="29" creationId="{718A71EB-D327-4458-85FB-26336B2BA01B}"/>
          </ac:cxnSpMkLst>
        </pc:cxnChg>
        <pc:cxnChg chg="add del">
          <ac:chgData name="Jeremiah McReynolds" userId="7bdcb7239df3ea70" providerId="Windows Live" clId="Web-{28F96FD8-E262-46FD-945D-0047D5D0330C}" dt="2020-12-09T02:59:10.387" v="3493"/>
          <ac:cxnSpMkLst>
            <pc:docMk/>
            <pc:sldMk cId="2806579285" sldId="265"/>
            <ac:cxnSpMk id="31" creationId="{78DE337D-1DBA-4536-8145-B43EE65C747D}"/>
          </ac:cxnSpMkLst>
        </pc:cxnChg>
        <pc:cxnChg chg="add del">
          <ac:chgData name="Jeremiah McReynolds" userId="7bdcb7239df3ea70" providerId="Windows Live" clId="Web-{28F96FD8-E262-46FD-945D-0047D5D0330C}" dt="2020-12-09T02:59:22.263" v="3495"/>
          <ac:cxnSpMkLst>
            <pc:docMk/>
            <pc:sldMk cId="2806579285" sldId="265"/>
            <ac:cxnSpMk id="32" creationId="{BB644495-DD06-45AD-AA80-247F03A33D1D}"/>
          </ac:cxnSpMkLst>
        </pc:cxnChg>
        <pc:cxnChg chg="add del">
          <ac:chgData name="Jeremiah McReynolds" userId="7bdcb7239df3ea70" providerId="Windows Live" clId="Web-{28F96FD8-E262-46FD-945D-0047D5D0330C}" dt="2020-12-09T02:59:10.387" v="3493"/>
          <ac:cxnSpMkLst>
            <pc:docMk/>
            <pc:sldMk cId="2806579285" sldId="265"/>
            <ac:cxnSpMk id="35" creationId="{C13C145E-93D4-481E-92DC-736D9EBA37FC}"/>
          </ac:cxnSpMkLst>
        </pc:cxnChg>
        <pc:cxnChg chg="add del">
          <ac:chgData name="Jeremiah McReynolds" userId="7bdcb7239df3ea70" providerId="Windows Live" clId="Web-{28F96FD8-E262-46FD-945D-0047D5D0330C}" dt="2020-12-09T02:59:22.263" v="3495"/>
          <ac:cxnSpMkLst>
            <pc:docMk/>
            <pc:sldMk cId="2806579285" sldId="265"/>
            <ac:cxnSpMk id="41" creationId="{BA5E64BC-15F3-4902-B20F-A77B48A00685}"/>
          </ac:cxnSpMkLst>
        </pc:cxnChg>
        <pc:cxnChg chg="add del">
          <ac:chgData name="Jeremiah McReynolds" userId="7bdcb7239df3ea70" providerId="Windows Live" clId="Web-{28F96FD8-E262-46FD-945D-0047D5D0330C}" dt="2020-12-09T02:59:34.935" v="3497"/>
          <ac:cxnSpMkLst>
            <pc:docMk/>
            <pc:sldMk cId="2806579285" sldId="265"/>
            <ac:cxnSpMk id="42" creationId="{67639EF4-FA83-4D85-90FE-B831AF283896}"/>
          </ac:cxnSpMkLst>
        </pc:cxnChg>
        <pc:cxnChg chg="add del">
          <ac:chgData name="Jeremiah McReynolds" userId="7bdcb7239df3ea70" providerId="Windows Live" clId="Web-{28F96FD8-E262-46FD-945D-0047D5D0330C}" dt="2020-12-09T02:59:34.935" v="3497"/>
          <ac:cxnSpMkLst>
            <pc:docMk/>
            <pc:sldMk cId="2806579285" sldId="265"/>
            <ac:cxnSpMk id="43" creationId="{CC87E76A-8F50-413D-9BFC-C5A1525BD9BC}"/>
          </ac:cxnSpMkLst>
        </pc:cxnChg>
        <pc:cxnChg chg="add del">
          <ac:chgData name="Jeremiah McReynolds" userId="7bdcb7239df3ea70" providerId="Windows Live" clId="Web-{28F96FD8-E262-46FD-945D-0047D5D0330C}" dt="2020-12-09T02:59:34.935" v="3497"/>
          <ac:cxnSpMkLst>
            <pc:docMk/>
            <pc:sldMk cId="2806579285" sldId="265"/>
            <ac:cxnSpMk id="46" creationId="{78DE337D-1DBA-4536-8145-B43EE65C747D}"/>
          </ac:cxnSpMkLst>
        </pc:cxnChg>
        <pc:cxnChg chg="add del">
          <ac:chgData name="Jeremiah McReynolds" userId="7bdcb7239df3ea70" providerId="Windows Live" clId="Web-{28F96FD8-E262-46FD-945D-0047D5D0330C}" dt="2020-12-09T02:59:34.935" v="3497"/>
          <ac:cxnSpMkLst>
            <pc:docMk/>
            <pc:sldMk cId="2806579285" sldId="265"/>
            <ac:cxnSpMk id="48" creationId="{C13C145E-93D4-481E-92DC-736D9EBA37FC}"/>
          </ac:cxnSpMkLst>
        </pc:cxnChg>
        <pc:cxnChg chg="add del">
          <ac:chgData name="Jeremiah McReynolds" userId="7bdcb7239df3ea70" providerId="Windows Live" clId="Web-{28F96FD8-E262-46FD-945D-0047D5D0330C}" dt="2020-12-09T03:00:29.280" v="3510"/>
          <ac:cxnSpMkLst>
            <pc:docMk/>
            <pc:sldMk cId="2806579285" sldId="265"/>
            <ac:cxnSpMk id="50" creationId="{6E7C047F-7462-454D-B542-9FB83DD5534F}"/>
          </ac:cxnSpMkLst>
        </pc:cxnChg>
        <pc:cxnChg chg="add del">
          <ac:chgData name="Jeremiah McReynolds" userId="7bdcb7239df3ea70" providerId="Windows Live" clId="Web-{28F96FD8-E262-46FD-945D-0047D5D0330C}" dt="2020-12-09T03:00:29.280" v="3510"/>
          <ac:cxnSpMkLst>
            <pc:docMk/>
            <pc:sldMk cId="2806579285" sldId="265"/>
            <ac:cxnSpMk id="58" creationId="{30B96792-043D-454C-A15D-A447F9278CCD}"/>
          </ac:cxnSpMkLst>
        </pc:cxnChg>
        <pc:cxnChg chg="add del">
          <ac:chgData name="Jeremiah McReynolds" userId="7bdcb7239df3ea70" providerId="Windows Live" clId="Web-{28F96FD8-E262-46FD-945D-0047D5D0330C}" dt="2020-12-09T03:00:29.264" v="3509"/>
          <ac:cxnSpMkLst>
            <pc:docMk/>
            <pc:sldMk cId="2806579285" sldId="265"/>
            <ac:cxnSpMk id="62" creationId="{10D07F66-095C-496B-A383-5C21A3DFE678}"/>
          </ac:cxnSpMkLst>
        </pc:cxnChg>
        <pc:cxnChg chg="add del">
          <ac:chgData name="Jeremiah McReynolds" userId="7bdcb7239df3ea70" providerId="Windows Live" clId="Web-{28F96FD8-E262-46FD-945D-0047D5D0330C}" dt="2020-12-09T03:00:23.780" v="3507"/>
          <ac:cxnSpMkLst>
            <pc:docMk/>
            <pc:sldMk cId="2806579285" sldId="265"/>
            <ac:cxnSpMk id="65" creationId="{B6BECB2A-E1E7-48A9-A209-D21AB681DD98}"/>
          </ac:cxnSpMkLst>
        </pc:cxnChg>
        <pc:cxnChg chg="add del">
          <ac:chgData name="Jeremiah McReynolds" userId="7bdcb7239df3ea70" providerId="Windows Live" clId="Web-{28F96FD8-E262-46FD-945D-0047D5D0330C}" dt="2020-12-09T03:00:29.264" v="3509"/>
          <ac:cxnSpMkLst>
            <pc:docMk/>
            <pc:sldMk cId="2806579285" sldId="265"/>
            <ac:cxnSpMk id="72" creationId="{1BF85772-FC21-4508-AA1F-3F7C295AD5F8}"/>
          </ac:cxnSpMkLst>
        </pc:cxnChg>
        <pc:cxnChg chg="add del">
          <ac:chgData name="Jeremiah McReynolds" userId="7bdcb7239df3ea70" providerId="Windows Live" clId="Web-{28F96FD8-E262-46FD-945D-0047D5D0330C}" dt="2020-12-09T03:01:22.781" v="3513"/>
          <ac:cxnSpMkLst>
            <pc:docMk/>
            <pc:sldMk cId="2806579285" sldId="265"/>
            <ac:cxnSpMk id="76" creationId="{BB644495-DD06-45AD-AA80-247F03A33D1D}"/>
          </ac:cxnSpMkLst>
        </pc:cxnChg>
        <pc:cxnChg chg="add del">
          <ac:chgData name="Jeremiah McReynolds" userId="7bdcb7239df3ea70" providerId="Windows Live" clId="Web-{28F96FD8-E262-46FD-945D-0047D5D0330C}" dt="2020-12-09T03:00:23.780" v="3507"/>
          <ac:cxnSpMkLst>
            <pc:docMk/>
            <pc:sldMk cId="2806579285" sldId="265"/>
            <ac:cxnSpMk id="77" creationId="{029D5B65-A532-405C-9133-23979B5F7FB9}"/>
          </ac:cxnSpMkLst>
        </pc:cxnChg>
        <pc:cxnChg chg="add del">
          <ac:chgData name="Jeremiah McReynolds" userId="7bdcb7239df3ea70" providerId="Windows Live" clId="Web-{28F96FD8-E262-46FD-945D-0047D5D0330C}" dt="2020-12-09T03:01:22.781" v="3513"/>
          <ac:cxnSpMkLst>
            <pc:docMk/>
            <pc:sldMk cId="2806579285" sldId="265"/>
            <ac:cxnSpMk id="82" creationId="{BA5E64BC-15F3-4902-B20F-A77B48A00685}"/>
          </ac:cxnSpMkLst>
        </pc:cxnChg>
        <pc:cxnChg chg="add">
          <ac:chgData name="Jeremiah McReynolds" userId="7bdcb7239df3ea70" providerId="Windows Live" clId="Web-{28F96FD8-E262-46FD-945D-0047D5D0330C}" dt="2020-12-09T03:01:22.781" v="3513"/>
          <ac:cxnSpMkLst>
            <pc:docMk/>
            <pc:sldMk cId="2806579285" sldId="265"/>
            <ac:cxnSpMk id="91" creationId="{BB644495-DD06-45AD-AA80-247F03A33D1D}"/>
          </ac:cxnSpMkLst>
        </pc:cxnChg>
        <pc:cxnChg chg="add">
          <ac:chgData name="Jeremiah McReynolds" userId="7bdcb7239df3ea70" providerId="Windows Live" clId="Web-{28F96FD8-E262-46FD-945D-0047D5D0330C}" dt="2020-12-09T03:01:22.781" v="3513"/>
          <ac:cxnSpMkLst>
            <pc:docMk/>
            <pc:sldMk cId="2806579285" sldId="265"/>
            <ac:cxnSpMk id="103" creationId="{BA5E64BC-15F3-4902-B20F-A77B48A00685}"/>
          </ac:cxnSpMkLst>
        </pc:cxnChg>
      </pc:sldChg>
      <pc:sldChg chg="addSp delSp modSp new modNotes">
        <pc:chgData name="Jeremiah McReynolds" userId="7bdcb7239df3ea70" providerId="Windows Live" clId="Web-{28F96FD8-E262-46FD-945D-0047D5D0330C}" dt="2020-12-09T03:37:39.055" v="4786"/>
        <pc:sldMkLst>
          <pc:docMk/>
          <pc:sldMk cId="307036259" sldId="266"/>
        </pc:sldMkLst>
        <pc:spChg chg="mod">
          <ac:chgData name="Jeremiah McReynolds" userId="7bdcb7239df3ea70" providerId="Windows Live" clId="Web-{28F96FD8-E262-46FD-945D-0047D5D0330C}" dt="2020-12-09T02:35:22.039" v="2812" actId="20577"/>
          <ac:spMkLst>
            <pc:docMk/>
            <pc:sldMk cId="307036259" sldId="266"/>
            <ac:spMk id="2" creationId="{CE62FFA7-353C-4A20-9DE8-DE7A4461EDA2}"/>
          </ac:spMkLst>
        </pc:spChg>
        <pc:spChg chg="del">
          <ac:chgData name="Jeremiah McReynolds" userId="7bdcb7239df3ea70" providerId="Windows Live" clId="Web-{28F96FD8-E262-46FD-945D-0047D5D0330C}" dt="2020-12-09T02:36:05.102" v="2815"/>
          <ac:spMkLst>
            <pc:docMk/>
            <pc:sldMk cId="307036259" sldId="266"/>
            <ac:spMk id="3" creationId="{E8CBD7A0-5DDE-4997-9ADB-A6ACFA451B9D}"/>
          </ac:spMkLst>
        </pc:spChg>
        <pc:spChg chg="add del mod">
          <ac:chgData name="Jeremiah McReynolds" userId="7bdcb7239df3ea70" providerId="Windows Live" clId="Web-{28F96FD8-E262-46FD-945D-0047D5D0330C}" dt="2020-12-09T03:37:39.055" v="4786"/>
          <ac:spMkLst>
            <pc:docMk/>
            <pc:sldMk cId="307036259" sldId="266"/>
            <ac:spMk id="6" creationId="{BC5E177A-F42F-4A61-A5EB-2E6B1E43D434}"/>
          </ac:spMkLst>
        </pc:spChg>
        <pc:graphicFrameChg chg="add del">
          <ac:chgData name="Jeremiah McReynolds" userId="7bdcb7239df3ea70" providerId="Windows Live" clId="Web-{28F96FD8-E262-46FD-945D-0047D5D0330C}" dt="2020-12-09T03:37:39.024" v="4785"/>
          <ac:graphicFrameMkLst>
            <pc:docMk/>
            <pc:sldMk cId="307036259" sldId="266"/>
            <ac:graphicFrameMk id="9" creationId="{014EBF9B-C444-4255-AF3F-395B4A2B4AAA}"/>
          </ac:graphicFrameMkLst>
        </pc:graphicFrameChg>
        <pc:graphicFrameChg chg="add">
          <ac:chgData name="Jeremiah McReynolds" userId="7bdcb7239df3ea70" providerId="Windows Live" clId="Web-{28F96FD8-E262-46FD-945D-0047D5D0330C}" dt="2020-12-09T03:37:39.055" v="4786"/>
          <ac:graphicFrameMkLst>
            <pc:docMk/>
            <pc:sldMk cId="307036259" sldId="266"/>
            <ac:graphicFrameMk id="10" creationId="{1F994B4D-2CB9-4F26-A735-2A873178363F}"/>
          </ac:graphicFrameMkLst>
        </pc:graphicFrameChg>
        <pc:picChg chg="add del mod ord">
          <ac:chgData name="Jeremiah McReynolds" userId="7bdcb7239df3ea70" providerId="Windows Live" clId="Web-{28F96FD8-E262-46FD-945D-0047D5D0330C}" dt="2020-12-09T02:36:07.493" v="2816"/>
          <ac:picMkLst>
            <pc:docMk/>
            <pc:sldMk cId="307036259" sldId="266"/>
            <ac:picMk id="4" creationId="{35E384A7-DD18-49B4-928F-46E5E13A86E7}"/>
          </ac:picMkLst>
        </pc:picChg>
        <pc:picChg chg="add mod">
          <ac:chgData name="Jeremiah McReynolds" userId="7bdcb7239df3ea70" providerId="Windows Live" clId="Web-{28F96FD8-E262-46FD-945D-0047D5D0330C}" dt="2020-12-09T03:14:34.208" v="4138"/>
          <ac:picMkLst>
            <pc:docMk/>
            <pc:sldMk cId="307036259" sldId="266"/>
            <ac:picMk id="7" creationId="{3B0FFB4E-E867-4685-864A-224B3DF21A25}"/>
          </ac:picMkLst>
        </pc:picChg>
      </pc:sldChg>
      <pc:sldChg chg="addSp delSp modSp add ord replId modNotes">
        <pc:chgData name="Jeremiah McReynolds" userId="7bdcb7239df3ea70" providerId="Windows Live" clId="Web-{28F96FD8-E262-46FD-945D-0047D5D0330C}" dt="2020-12-09T02:43:45.332" v="2891" actId="1076"/>
        <pc:sldMkLst>
          <pc:docMk/>
          <pc:sldMk cId="611519678" sldId="267"/>
        </pc:sldMkLst>
        <pc:spChg chg="mod">
          <ac:chgData name="Jeremiah McReynolds" userId="7bdcb7239df3ea70" providerId="Windows Live" clId="Web-{28F96FD8-E262-46FD-945D-0047D5D0330C}" dt="2020-12-09T02:19:57.814" v="1308" actId="20577"/>
          <ac:spMkLst>
            <pc:docMk/>
            <pc:sldMk cId="611519678" sldId="267"/>
            <ac:spMk id="2" creationId="{949C7CE8-DE2A-4DF7-9F97-54A758ABDC56}"/>
          </ac:spMkLst>
        </pc:spChg>
        <pc:spChg chg="mod">
          <ac:chgData name="Jeremiah McReynolds" userId="7bdcb7239df3ea70" providerId="Windows Live" clId="Web-{28F96FD8-E262-46FD-945D-0047D5D0330C}" dt="2020-12-09T02:26:02.666" v="2008" actId="20577"/>
          <ac:spMkLst>
            <pc:docMk/>
            <pc:sldMk cId="611519678" sldId="267"/>
            <ac:spMk id="3" creationId="{54D4E014-7C45-487B-B35F-FAD555A37CA6}"/>
          </ac:spMkLst>
        </pc:spChg>
        <pc:picChg chg="add del mod">
          <ac:chgData name="Jeremiah McReynolds" userId="7bdcb7239df3ea70" providerId="Windows Live" clId="Web-{28F96FD8-E262-46FD-945D-0047D5D0330C}" dt="2020-12-09T02:42:12.549" v="2877"/>
          <ac:picMkLst>
            <pc:docMk/>
            <pc:sldMk cId="611519678" sldId="267"/>
            <ac:picMk id="4" creationId="{990D2FE5-FC15-471D-8DB5-90F9477AF45D}"/>
          </ac:picMkLst>
        </pc:picChg>
        <pc:picChg chg="add mod">
          <ac:chgData name="Jeremiah McReynolds" userId="7bdcb7239df3ea70" providerId="Windows Live" clId="Web-{28F96FD8-E262-46FD-945D-0047D5D0330C}" dt="2020-12-09T02:43:45.332" v="2891" actId="1076"/>
          <ac:picMkLst>
            <pc:docMk/>
            <pc:sldMk cId="611519678" sldId="267"/>
            <ac:picMk id="5" creationId="{BE4855F8-F767-4298-8AE6-AECA4034E803}"/>
          </ac:picMkLst>
        </pc:picChg>
      </pc:sldChg>
      <pc:sldChg chg="addSp delSp modSp new mod setBg">
        <pc:chgData name="Jeremiah McReynolds" userId="7bdcb7239df3ea70" providerId="Windows Live" clId="Web-{28F96FD8-E262-46FD-945D-0047D5D0330C}" dt="2020-12-09T03:19:09.277" v="4401" actId="1076"/>
        <pc:sldMkLst>
          <pc:docMk/>
          <pc:sldMk cId="1016367173" sldId="268"/>
        </pc:sldMkLst>
        <pc:spChg chg="mod">
          <ac:chgData name="Jeremiah McReynolds" userId="7bdcb7239df3ea70" providerId="Windows Live" clId="Web-{28F96FD8-E262-46FD-945D-0047D5D0330C}" dt="2020-12-09T03:13:18.284" v="4052"/>
          <ac:spMkLst>
            <pc:docMk/>
            <pc:sldMk cId="1016367173" sldId="268"/>
            <ac:spMk id="2" creationId="{31CFCE3D-3443-4687-B587-4B4F318976EF}"/>
          </ac:spMkLst>
        </pc:spChg>
        <pc:spChg chg="del">
          <ac:chgData name="Jeremiah McReynolds" userId="7bdcb7239df3ea70" providerId="Windows Live" clId="Web-{28F96FD8-E262-46FD-945D-0047D5D0330C}" dt="2020-12-09T03:12:06.064" v="3987"/>
          <ac:spMkLst>
            <pc:docMk/>
            <pc:sldMk cId="1016367173" sldId="268"/>
            <ac:spMk id="3" creationId="{FE04FE8D-849F-4220-A550-5C9DAEC55068}"/>
          </ac:spMkLst>
        </pc:spChg>
        <pc:spChg chg="add mod">
          <ac:chgData name="Jeremiah McReynolds" userId="7bdcb7239df3ea70" providerId="Windows Live" clId="Web-{28F96FD8-E262-46FD-945D-0047D5D0330C}" dt="2020-12-09T03:18:28.167" v="4390" actId="20577"/>
          <ac:spMkLst>
            <pc:docMk/>
            <pc:sldMk cId="1016367173" sldId="268"/>
            <ac:spMk id="10" creationId="{DFC5DE56-DE65-4193-ABB0-73D1B217A1D3}"/>
          </ac:spMkLst>
        </pc:spChg>
        <pc:spChg chg="add del">
          <ac:chgData name="Jeremiah McReynolds" userId="7bdcb7239df3ea70" providerId="Windows Live" clId="Web-{28F96FD8-E262-46FD-945D-0047D5D0330C}" dt="2020-12-09T03:13:18.284" v="4052"/>
          <ac:spMkLst>
            <pc:docMk/>
            <pc:sldMk cId="1016367173" sldId="268"/>
            <ac:spMk id="13" creationId="{13E0836B-0181-4136-AAB7-0504CFED72DC}"/>
          </ac:spMkLst>
        </pc:spChg>
        <pc:spChg chg="add del">
          <ac:chgData name="Jeremiah McReynolds" userId="7bdcb7239df3ea70" providerId="Windows Live" clId="Web-{28F96FD8-E262-46FD-945D-0047D5D0330C}" dt="2020-12-09T03:13:18.284" v="4052"/>
          <ac:spMkLst>
            <pc:docMk/>
            <pc:sldMk cId="1016367173" sldId="268"/>
            <ac:spMk id="17" creationId="{457CBE1A-FFC1-437A-9C4F-81A95AA7E77E}"/>
          </ac:spMkLst>
        </pc:spChg>
        <pc:spChg chg="add">
          <ac:chgData name="Jeremiah McReynolds" userId="7bdcb7239df3ea70" providerId="Windows Live" clId="Web-{28F96FD8-E262-46FD-945D-0047D5D0330C}" dt="2020-12-09T03:13:18.284" v="4052"/>
          <ac:spMkLst>
            <pc:docMk/>
            <pc:sldMk cId="1016367173" sldId="268"/>
            <ac:spMk id="27" creationId="{88011AB3-F298-489B-9CDC-E4D0C6BF7861}"/>
          </ac:spMkLst>
        </pc:spChg>
        <pc:spChg chg="add">
          <ac:chgData name="Jeremiah McReynolds" userId="7bdcb7239df3ea70" providerId="Windows Live" clId="Web-{28F96FD8-E262-46FD-945D-0047D5D0330C}" dt="2020-12-09T03:13:18.284" v="4052"/>
          <ac:spMkLst>
            <pc:docMk/>
            <pc:sldMk cId="1016367173" sldId="268"/>
            <ac:spMk id="29" creationId="{97ECE6F9-C5A2-4F4F-960C-6971D06126ED}"/>
          </ac:spMkLst>
        </pc:spChg>
        <pc:spChg chg="add del">
          <ac:chgData name="Jeremiah McReynolds" userId="7bdcb7239df3ea70" providerId="Windows Live" clId="Web-{28F96FD8-E262-46FD-945D-0047D5D0330C}" dt="2020-12-09T03:13:18.253" v="4051"/>
          <ac:spMkLst>
            <pc:docMk/>
            <pc:sldMk cId="1016367173" sldId="268"/>
            <ac:spMk id="30" creationId="{ADBF909D-E2A6-48AE-A5E5-C8A614DD6CDC}"/>
          </ac:spMkLst>
        </pc:spChg>
        <pc:spChg chg="add">
          <ac:chgData name="Jeremiah McReynolds" userId="7bdcb7239df3ea70" providerId="Windows Live" clId="Web-{28F96FD8-E262-46FD-945D-0047D5D0330C}" dt="2020-12-09T03:13:18.284" v="4052"/>
          <ac:spMkLst>
            <pc:docMk/>
            <pc:sldMk cId="1016367173" sldId="268"/>
            <ac:spMk id="33" creationId="{0105ED54-B9E7-4A77-A906-6931E7BC18F5}"/>
          </ac:spMkLst>
        </pc:spChg>
        <pc:spChg chg="add del">
          <ac:chgData name="Jeremiah McReynolds" userId="7bdcb7239df3ea70" providerId="Windows Live" clId="Web-{28F96FD8-E262-46FD-945D-0047D5D0330C}" dt="2020-12-09T03:13:18.253" v="4051"/>
          <ac:spMkLst>
            <pc:docMk/>
            <pc:sldMk cId="1016367173" sldId="268"/>
            <ac:spMk id="34" creationId="{21971348-F791-4924-8246-EBF7804515C2}"/>
          </ac:spMkLst>
        </pc:spChg>
        <pc:grpChg chg="add del">
          <ac:chgData name="Jeremiah McReynolds" userId="7bdcb7239df3ea70" providerId="Windows Live" clId="Web-{28F96FD8-E262-46FD-945D-0047D5D0330C}" dt="2020-12-09T03:13:18.284" v="4052"/>
          <ac:grpSpMkLst>
            <pc:docMk/>
            <pc:sldMk cId="1016367173" sldId="268"/>
            <ac:grpSpMk id="19" creationId="{4A9E3941-E855-4A43-B613-3B0A5D373994}"/>
          </ac:grpSpMkLst>
        </pc:grpChg>
        <pc:grpChg chg="add">
          <ac:chgData name="Jeremiah McReynolds" userId="7bdcb7239df3ea70" providerId="Windows Live" clId="Web-{28F96FD8-E262-46FD-945D-0047D5D0330C}" dt="2020-12-09T03:13:18.284" v="4052"/>
          <ac:grpSpMkLst>
            <pc:docMk/>
            <pc:sldMk cId="1016367173" sldId="268"/>
            <ac:grpSpMk id="31" creationId="{2816CFF4-7965-45A1-8E21-056F9AE41A72}"/>
          </ac:grpSpMkLst>
        </pc:grpChg>
        <pc:grpChg chg="add del">
          <ac:chgData name="Jeremiah McReynolds" userId="7bdcb7239df3ea70" providerId="Windows Live" clId="Web-{28F96FD8-E262-46FD-945D-0047D5D0330C}" dt="2020-12-09T03:13:18.253" v="4051"/>
          <ac:grpSpMkLst>
            <pc:docMk/>
            <pc:sldMk cId="1016367173" sldId="268"/>
            <ac:grpSpMk id="36" creationId="{5C90FB02-06A7-400D-8478-C95AE1DE50C6}"/>
          </ac:grpSpMkLst>
        </pc:grpChg>
        <pc:picChg chg="add mod ord">
          <ac:chgData name="Jeremiah McReynolds" userId="7bdcb7239df3ea70" providerId="Windows Live" clId="Web-{28F96FD8-E262-46FD-945D-0047D5D0330C}" dt="2020-12-09T03:13:18.284" v="4052"/>
          <ac:picMkLst>
            <pc:docMk/>
            <pc:sldMk cId="1016367173" sldId="268"/>
            <ac:picMk id="4" creationId="{17E65DAA-4523-4F0A-893E-8D688AD31ACB}"/>
          </ac:picMkLst>
        </pc:picChg>
        <pc:picChg chg="add mod ord">
          <ac:chgData name="Jeremiah McReynolds" userId="7bdcb7239df3ea70" providerId="Windows Live" clId="Web-{28F96FD8-E262-46FD-945D-0047D5D0330C}" dt="2020-12-09T03:13:18.284" v="4052"/>
          <ac:picMkLst>
            <pc:docMk/>
            <pc:sldMk cId="1016367173" sldId="268"/>
            <ac:picMk id="5" creationId="{0233EA87-0400-4DBB-98FD-1C61779AE4CB}"/>
          </ac:picMkLst>
        </pc:picChg>
        <pc:picChg chg="add mod modCrop">
          <ac:chgData name="Jeremiah McReynolds" userId="7bdcb7239df3ea70" providerId="Windows Live" clId="Web-{28F96FD8-E262-46FD-945D-0047D5D0330C}" dt="2020-12-09T03:19:09.277" v="4401" actId="1076"/>
          <ac:picMkLst>
            <pc:docMk/>
            <pc:sldMk cId="1016367173" sldId="268"/>
            <ac:picMk id="6" creationId="{A506A6E6-C163-49FD-A8D0-351433CC1732}"/>
          </ac:picMkLst>
        </pc:picChg>
        <pc:picChg chg="add del">
          <ac:chgData name="Jeremiah McReynolds" userId="7bdcb7239df3ea70" providerId="Windows Live" clId="Web-{28F96FD8-E262-46FD-945D-0047D5D0330C}" dt="2020-12-09T03:13:18.284" v="4052"/>
          <ac:picMkLst>
            <pc:docMk/>
            <pc:sldMk cId="1016367173" sldId="268"/>
            <ac:picMk id="23" creationId="{C0861CB2-E220-4FB7-A994-A1CCE9AB1C2B}"/>
          </ac:picMkLst>
        </pc:picChg>
        <pc:picChg chg="add">
          <ac:chgData name="Jeremiah McReynolds" userId="7bdcb7239df3ea70" providerId="Windows Live" clId="Web-{28F96FD8-E262-46FD-945D-0047D5D0330C}" dt="2020-12-09T03:13:18.284" v="4052"/>
          <ac:picMkLst>
            <pc:docMk/>
            <pc:sldMk cId="1016367173" sldId="268"/>
            <ac:picMk id="35" creationId="{84ACBFAF-EDCF-4F5A-9E73-1D74270EF509}"/>
          </ac:picMkLst>
        </pc:picChg>
        <pc:picChg chg="add del">
          <ac:chgData name="Jeremiah McReynolds" userId="7bdcb7239df3ea70" providerId="Windows Live" clId="Web-{28F96FD8-E262-46FD-945D-0047D5D0330C}" dt="2020-12-09T03:13:18.253" v="4051"/>
          <ac:picMkLst>
            <pc:docMk/>
            <pc:sldMk cId="1016367173" sldId="268"/>
            <ac:picMk id="40" creationId="{B13255F4-DCB6-46FD-8363-77170BE7E9A5}"/>
          </ac:picMkLst>
        </pc:picChg>
        <pc:cxnChg chg="add del">
          <ac:chgData name="Jeremiah McReynolds" userId="7bdcb7239df3ea70" providerId="Windows Live" clId="Web-{28F96FD8-E262-46FD-945D-0047D5D0330C}" dt="2020-12-09T03:13:18.284" v="4052"/>
          <ac:cxnSpMkLst>
            <pc:docMk/>
            <pc:sldMk cId="1016367173" sldId="268"/>
            <ac:cxnSpMk id="15" creationId="{937A4590-41A2-42FE-A36F-B7E203FA9A54}"/>
          </ac:cxnSpMkLst>
        </pc:cxnChg>
        <pc:cxnChg chg="add del">
          <ac:chgData name="Jeremiah McReynolds" userId="7bdcb7239df3ea70" providerId="Windows Live" clId="Web-{28F96FD8-E262-46FD-945D-0047D5D0330C}" dt="2020-12-09T03:13:18.284" v="4052"/>
          <ac:cxnSpMkLst>
            <pc:docMk/>
            <pc:sldMk cId="1016367173" sldId="268"/>
            <ac:cxnSpMk id="25" creationId="{BD9629C9-C99F-47E2-B01E-6773B5DD88EA}"/>
          </ac:cxnSpMkLst>
        </pc:cxnChg>
        <pc:cxnChg chg="add">
          <ac:chgData name="Jeremiah McReynolds" userId="7bdcb7239df3ea70" providerId="Windows Live" clId="Web-{28F96FD8-E262-46FD-945D-0047D5D0330C}" dt="2020-12-09T03:13:18.284" v="4052"/>
          <ac:cxnSpMkLst>
            <pc:docMk/>
            <pc:sldMk cId="1016367173" sldId="268"/>
            <ac:cxnSpMk id="28" creationId="{BB644495-DD06-45AD-AA80-247F03A33D1D}"/>
          </ac:cxnSpMkLst>
        </pc:cxnChg>
        <pc:cxnChg chg="add del">
          <ac:chgData name="Jeremiah McReynolds" userId="7bdcb7239df3ea70" providerId="Windows Live" clId="Web-{28F96FD8-E262-46FD-945D-0047D5D0330C}" dt="2020-12-09T03:13:18.253" v="4051"/>
          <ac:cxnSpMkLst>
            <pc:docMk/>
            <pc:sldMk cId="1016367173" sldId="268"/>
            <ac:cxnSpMk id="32" creationId="{D2E4E488-AA02-4AAD-9BD1-AFD80EF56AC7}"/>
          </ac:cxnSpMkLst>
        </pc:cxnChg>
        <pc:cxnChg chg="add del">
          <ac:chgData name="Jeremiah McReynolds" userId="7bdcb7239df3ea70" providerId="Windows Live" clId="Web-{28F96FD8-E262-46FD-945D-0047D5D0330C}" dt="2020-12-09T03:13:18.253" v="4051"/>
          <ac:cxnSpMkLst>
            <pc:docMk/>
            <pc:sldMk cId="1016367173" sldId="268"/>
            <ac:cxnSpMk id="42" creationId="{DE6DE03B-5E30-4417-85B1-0A1819D23FF9}"/>
          </ac:cxnSpMkLst>
        </pc:cxnChg>
        <pc:cxnChg chg="add">
          <ac:chgData name="Jeremiah McReynolds" userId="7bdcb7239df3ea70" providerId="Windows Live" clId="Web-{28F96FD8-E262-46FD-945D-0047D5D0330C}" dt="2020-12-09T03:13:18.284" v="4052"/>
          <ac:cxnSpMkLst>
            <pc:docMk/>
            <pc:sldMk cId="1016367173" sldId="268"/>
            <ac:cxnSpMk id="44" creationId="{BA5E64BC-15F3-4902-B20F-A77B48A00685}"/>
          </ac:cxnSpMkLst>
        </pc:cxnChg>
      </pc:sldChg>
      <pc:sldChg chg="addSp delSp modSp new mod setBg setClrOvrMap modShow modNotes">
        <pc:chgData name="Jeremiah McReynolds" userId="7bdcb7239df3ea70" providerId="Windows Live" clId="Web-{28F96FD8-E262-46FD-945D-0047D5D0330C}" dt="2020-12-09T03:27:15.275" v="4589"/>
        <pc:sldMkLst>
          <pc:docMk/>
          <pc:sldMk cId="2162994957" sldId="269"/>
        </pc:sldMkLst>
        <pc:spChg chg="mod">
          <ac:chgData name="Jeremiah McReynolds" userId="7bdcb7239df3ea70" providerId="Windows Live" clId="Web-{28F96FD8-E262-46FD-945D-0047D5D0330C}" dt="2020-12-09T03:24:32.708" v="4511"/>
          <ac:spMkLst>
            <pc:docMk/>
            <pc:sldMk cId="2162994957" sldId="269"/>
            <ac:spMk id="2" creationId="{E63FFF7A-57D6-4A84-A4F3-EEE38536DDE0}"/>
          </ac:spMkLst>
        </pc:spChg>
        <pc:spChg chg="add del mod">
          <ac:chgData name="Jeremiah McReynolds" userId="7bdcb7239df3ea70" providerId="Windows Live" clId="Web-{28F96FD8-E262-46FD-945D-0047D5D0330C}" dt="2020-12-09T03:16:38.758" v="4334"/>
          <ac:spMkLst>
            <pc:docMk/>
            <pc:sldMk cId="2162994957" sldId="269"/>
            <ac:spMk id="3" creationId="{92DC2CF8-8D93-4195-8C8A-8D73651E1E5B}"/>
          </ac:spMkLst>
        </pc:spChg>
        <pc:spChg chg="add del">
          <ac:chgData name="Jeremiah McReynolds" userId="7bdcb7239df3ea70" providerId="Windows Live" clId="Web-{28F96FD8-E262-46FD-945D-0047D5D0330C}" dt="2020-12-09T03:16:38.742" v="4333"/>
          <ac:spMkLst>
            <pc:docMk/>
            <pc:sldMk cId="2162994957" sldId="269"/>
            <ac:spMk id="9" creationId="{32D32A60-013B-47A8-8833-D2424080917B}"/>
          </ac:spMkLst>
        </pc:spChg>
        <pc:spChg chg="add del">
          <ac:chgData name="Jeremiah McReynolds" userId="7bdcb7239df3ea70" providerId="Windows Live" clId="Web-{28F96FD8-E262-46FD-945D-0047D5D0330C}" dt="2020-12-09T03:16:38.742" v="4333"/>
          <ac:spMkLst>
            <pc:docMk/>
            <pc:sldMk cId="2162994957" sldId="269"/>
            <ac:spMk id="11" creationId="{AE27932B-B694-4C4C-90D7-A0333A7C5876}"/>
          </ac:spMkLst>
        </pc:spChg>
        <pc:spChg chg="add">
          <ac:chgData name="Jeremiah McReynolds" userId="7bdcb7239df3ea70" providerId="Windows Live" clId="Web-{28F96FD8-E262-46FD-945D-0047D5D0330C}" dt="2020-12-09T03:24:32.708" v="4511"/>
          <ac:spMkLst>
            <pc:docMk/>
            <pc:sldMk cId="2162994957" sldId="269"/>
            <ac:spMk id="12" creationId="{C6870151-9189-4C3A-8379-EF3D95827A0A}"/>
          </ac:spMkLst>
        </pc:spChg>
        <pc:spChg chg="add">
          <ac:chgData name="Jeremiah McReynolds" userId="7bdcb7239df3ea70" providerId="Windows Live" clId="Web-{28F96FD8-E262-46FD-945D-0047D5D0330C}" dt="2020-12-09T03:24:32.708" v="4511"/>
          <ac:spMkLst>
            <pc:docMk/>
            <pc:sldMk cId="2162994957" sldId="269"/>
            <ac:spMk id="14" creationId="{123EA69C-102A-4DD0-9547-05DCD271D159}"/>
          </ac:spMkLst>
        </pc:spChg>
        <pc:spChg chg="add del">
          <ac:chgData name="Jeremiah McReynolds" userId="7bdcb7239df3ea70" providerId="Windows Live" clId="Web-{28F96FD8-E262-46FD-945D-0047D5D0330C}" dt="2020-12-09T03:16:38.742" v="4333"/>
          <ac:spMkLst>
            <pc:docMk/>
            <pc:sldMk cId="2162994957" sldId="269"/>
            <ac:spMk id="15" creationId="{A9DA474E-6B91-4200-840F-0257B2358A75}"/>
          </ac:spMkLst>
        </pc:spChg>
        <pc:spChg chg="add">
          <ac:chgData name="Jeremiah McReynolds" userId="7bdcb7239df3ea70" providerId="Windows Live" clId="Web-{28F96FD8-E262-46FD-945D-0047D5D0330C}" dt="2020-12-09T03:24:32.708" v="4511"/>
          <ac:spMkLst>
            <pc:docMk/>
            <pc:sldMk cId="2162994957" sldId="269"/>
            <ac:spMk id="16" creationId="{6A862265-5CA3-4C40-8582-7534C3B03C2A}"/>
          </ac:spMkLst>
        </pc:spChg>
        <pc:spChg chg="add">
          <ac:chgData name="Jeremiah McReynolds" userId="7bdcb7239df3ea70" providerId="Windows Live" clId="Web-{28F96FD8-E262-46FD-945D-0047D5D0330C}" dt="2020-12-09T03:24:32.708" v="4511"/>
          <ac:spMkLst>
            <pc:docMk/>
            <pc:sldMk cId="2162994957" sldId="269"/>
            <ac:spMk id="18" creationId="{600EF80B-0391-4082-9AF5-F15B091B4CE9}"/>
          </ac:spMkLst>
        </pc:spChg>
        <pc:spChg chg="add">
          <ac:chgData name="Jeremiah McReynolds" userId="7bdcb7239df3ea70" providerId="Windows Live" clId="Web-{28F96FD8-E262-46FD-945D-0047D5D0330C}" dt="2020-12-09T03:24:32.708" v="4511"/>
          <ac:spMkLst>
            <pc:docMk/>
            <pc:sldMk cId="2162994957" sldId="269"/>
            <ac:spMk id="22" creationId="{3FBF03E8-C602-4192-9C52-F84B29FDCC88}"/>
          </ac:spMkLst>
        </pc:spChg>
        <pc:graphicFrameChg chg="add del">
          <ac:chgData name="Jeremiah McReynolds" userId="7bdcb7239df3ea70" providerId="Windows Live" clId="Web-{28F96FD8-E262-46FD-945D-0047D5D0330C}" dt="2020-12-09T03:16:26.164" v="4331"/>
          <ac:graphicFrameMkLst>
            <pc:docMk/>
            <pc:sldMk cId="2162994957" sldId="269"/>
            <ac:graphicFrameMk id="5" creationId="{0E12EB35-9A0E-4481-9EA9-0A63BF486A52}"/>
          </ac:graphicFrameMkLst>
        </pc:graphicFrameChg>
        <pc:graphicFrameChg chg="add del">
          <ac:chgData name="Jeremiah McReynolds" userId="7bdcb7239df3ea70" providerId="Windows Live" clId="Web-{28F96FD8-E262-46FD-945D-0047D5D0330C}" dt="2020-12-09T03:16:38.742" v="4333"/>
          <ac:graphicFrameMkLst>
            <pc:docMk/>
            <pc:sldMk cId="2162994957" sldId="269"/>
            <ac:graphicFrameMk id="6" creationId="{133B610B-2DD3-4298-B428-7235A07BE4B5}"/>
          </ac:graphicFrameMkLst>
        </pc:graphicFrameChg>
        <pc:graphicFrameChg chg="add mod modGraphic">
          <ac:chgData name="Jeremiah McReynolds" userId="7bdcb7239df3ea70" providerId="Windows Live" clId="Web-{28F96FD8-E262-46FD-945D-0047D5D0330C}" dt="2020-12-09T03:24:32.708" v="4511"/>
          <ac:graphicFrameMkLst>
            <pc:docMk/>
            <pc:sldMk cId="2162994957" sldId="269"/>
            <ac:graphicFrameMk id="7" creationId="{7374B79E-7FE9-4805-B1B4-5C838D0265F4}"/>
          </ac:graphicFrameMkLst>
        </pc:graphicFrameChg>
        <pc:picChg chg="add del">
          <ac:chgData name="Jeremiah McReynolds" userId="7bdcb7239df3ea70" providerId="Windows Live" clId="Web-{28F96FD8-E262-46FD-945D-0047D5D0330C}" dt="2020-12-09T03:16:38.742" v="4333"/>
          <ac:picMkLst>
            <pc:docMk/>
            <pc:sldMk cId="2162994957" sldId="269"/>
            <ac:picMk id="17" creationId="{DF63C9AD-AE6E-4512-8171-91612E84CCFB}"/>
          </ac:picMkLst>
        </pc:picChg>
        <pc:picChg chg="add del mod">
          <ac:chgData name="Jeremiah McReynolds" userId="7bdcb7239df3ea70" providerId="Windows Live" clId="Web-{28F96FD8-E262-46FD-945D-0047D5D0330C}" dt="2020-12-09T03:23:05.596" v="4458"/>
          <ac:picMkLst>
            <pc:docMk/>
            <pc:sldMk cId="2162994957" sldId="269"/>
            <ac:picMk id="308" creationId="{5AADA098-926A-47C5-90E0-9BD907454465}"/>
          </ac:picMkLst>
        </pc:picChg>
        <pc:cxnChg chg="add del">
          <ac:chgData name="Jeremiah McReynolds" userId="7bdcb7239df3ea70" providerId="Windows Live" clId="Web-{28F96FD8-E262-46FD-945D-0047D5D0330C}" dt="2020-12-09T03:16:38.742" v="4333"/>
          <ac:cxnSpMkLst>
            <pc:docMk/>
            <pc:sldMk cId="2162994957" sldId="269"/>
            <ac:cxnSpMk id="13" creationId="{9EBB0476-5CF0-4F44-8D68-5D42D7AEE43A}"/>
          </ac:cxnSpMkLst>
        </pc:cxnChg>
        <pc:cxnChg chg="add del">
          <ac:chgData name="Jeremiah McReynolds" userId="7bdcb7239df3ea70" providerId="Windows Live" clId="Web-{28F96FD8-E262-46FD-945D-0047D5D0330C}" dt="2020-12-09T03:16:38.742" v="4333"/>
          <ac:cxnSpMkLst>
            <pc:docMk/>
            <pc:sldMk cId="2162994957" sldId="269"/>
            <ac:cxnSpMk id="19" creationId="{FE1A49CE-B63D-457A-A180-1C883E1A63D2}"/>
          </ac:cxnSpMkLst>
        </pc:cxnChg>
        <pc:cxnChg chg="add">
          <ac:chgData name="Jeremiah McReynolds" userId="7bdcb7239df3ea70" providerId="Windows Live" clId="Web-{28F96FD8-E262-46FD-945D-0047D5D0330C}" dt="2020-12-09T03:24:32.708" v="4511"/>
          <ac:cxnSpMkLst>
            <pc:docMk/>
            <pc:sldMk cId="2162994957" sldId="269"/>
            <ac:cxnSpMk id="20" creationId="{D33AC32D-5F44-45F7-A0BD-7C11A86BED57}"/>
          </ac:cxnSpMkLst>
        </pc:cxnChg>
      </pc:sldChg>
      <pc:sldChg chg="addSp delSp modSp new mod setBg">
        <pc:chgData name="Jeremiah McReynolds" userId="7bdcb7239df3ea70" providerId="Windows Live" clId="Web-{28F96FD8-E262-46FD-945D-0047D5D0330C}" dt="2020-12-09T04:05:29.244" v="5676"/>
        <pc:sldMkLst>
          <pc:docMk/>
          <pc:sldMk cId="4219808413" sldId="270"/>
        </pc:sldMkLst>
        <pc:spChg chg="mod">
          <ac:chgData name="Jeremiah McReynolds" userId="7bdcb7239df3ea70" providerId="Windows Live" clId="Web-{28F96FD8-E262-46FD-945D-0047D5D0330C}" dt="2020-12-09T04:05:29.244" v="5676"/>
          <ac:spMkLst>
            <pc:docMk/>
            <pc:sldMk cId="4219808413" sldId="270"/>
            <ac:spMk id="2" creationId="{90A5D7BE-382F-4B08-9051-428ADC04A70E}"/>
          </ac:spMkLst>
        </pc:spChg>
        <pc:spChg chg="mod">
          <ac:chgData name="Jeremiah McReynolds" userId="7bdcb7239df3ea70" providerId="Windows Live" clId="Web-{28F96FD8-E262-46FD-945D-0047D5D0330C}" dt="2020-12-09T04:02:36.487" v="5540" actId="20577"/>
          <ac:spMkLst>
            <pc:docMk/>
            <pc:sldMk cId="4219808413" sldId="270"/>
            <ac:spMk id="3" creationId="{168DC93C-97A7-48C6-AAD5-D0E1297D93EF}"/>
          </ac:spMkLst>
        </pc:spChg>
        <pc:spChg chg="add del">
          <ac:chgData name="Jeremiah McReynolds" userId="7bdcb7239df3ea70" providerId="Windows Live" clId="Web-{28F96FD8-E262-46FD-945D-0047D5D0330C}" dt="2020-12-09T04:05:29.244" v="5676"/>
          <ac:spMkLst>
            <pc:docMk/>
            <pc:sldMk cId="4219808413" sldId="270"/>
            <ac:spMk id="16" creationId="{5BB14454-D00C-4958-BB39-F5F9F3ACD499}"/>
          </ac:spMkLst>
        </pc:spChg>
        <pc:spChg chg="add del">
          <ac:chgData name="Jeremiah McReynolds" userId="7bdcb7239df3ea70" providerId="Windows Live" clId="Web-{28F96FD8-E262-46FD-945D-0047D5D0330C}" dt="2020-12-09T04:05:29.244" v="5676"/>
          <ac:spMkLst>
            <pc:docMk/>
            <pc:sldMk cId="4219808413" sldId="270"/>
            <ac:spMk id="20" creationId="{A1084370-0E70-4003-9787-3490FCC20E13}"/>
          </ac:spMkLst>
        </pc:spChg>
        <pc:grpChg chg="add del">
          <ac:chgData name="Jeremiah McReynolds" userId="7bdcb7239df3ea70" providerId="Windows Live" clId="Web-{28F96FD8-E262-46FD-945D-0047D5D0330C}" dt="2020-12-09T04:05:29.244" v="5676"/>
          <ac:grpSpMkLst>
            <pc:docMk/>
            <pc:sldMk cId="4219808413" sldId="270"/>
            <ac:grpSpMk id="22" creationId="{2B7C66D2-22E8-4E8F-829B-050BFA7C86C5}"/>
          </ac:grpSpMkLst>
        </pc:grpChg>
        <pc:graphicFrameChg chg="add del mod modGraphic">
          <ac:chgData name="Jeremiah McReynolds" userId="7bdcb7239df3ea70" providerId="Windows Live" clId="Web-{28F96FD8-E262-46FD-945D-0047D5D0330C}" dt="2020-12-09T03:59:09.326" v="5254"/>
          <ac:graphicFrameMkLst>
            <pc:docMk/>
            <pc:sldMk cId="4219808413" sldId="270"/>
            <ac:graphicFrameMk id="4" creationId="{38629B5A-8F2C-4202-B574-9C7262F685B3}"/>
          </ac:graphicFrameMkLst>
        </pc:graphicFrameChg>
        <pc:graphicFrameChg chg="add mod modGraphic">
          <ac:chgData name="Jeremiah McReynolds" userId="7bdcb7239df3ea70" providerId="Windows Live" clId="Web-{28F96FD8-E262-46FD-945D-0047D5D0330C}" dt="2020-12-09T04:05:29.244" v="5676"/>
          <ac:graphicFrameMkLst>
            <pc:docMk/>
            <pc:sldMk cId="4219808413" sldId="270"/>
            <ac:graphicFrameMk id="11" creationId="{0E614819-0BE2-4CAB-B4E6-3AD03ED1AF12}"/>
          </ac:graphicFrameMkLst>
        </pc:graphicFrameChg>
        <pc:picChg chg="add del">
          <ac:chgData name="Jeremiah McReynolds" userId="7bdcb7239df3ea70" providerId="Windows Live" clId="Web-{28F96FD8-E262-46FD-945D-0047D5D0330C}" dt="2020-12-09T04:05:29.244" v="5676"/>
          <ac:picMkLst>
            <pc:docMk/>
            <pc:sldMk cId="4219808413" sldId="270"/>
            <ac:picMk id="26" creationId="{3635D2BC-4EDA-4A3E-83BF-035608099BD5}"/>
          </ac:picMkLst>
        </pc:picChg>
        <pc:cxnChg chg="add del">
          <ac:chgData name="Jeremiah McReynolds" userId="7bdcb7239df3ea70" providerId="Windows Live" clId="Web-{28F96FD8-E262-46FD-945D-0047D5D0330C}" dt="2020-12-09T04:05:29.244" v="5676"/>
          <ac:cxnSpMkLst>
            <pc:docMk/>
            <pc:sldMk cId="4219808413" sldId="270"/>
            <ac:cxnSpMk id="18" creationId="{28A657A7-C4E5-425B-98FA-BB817FF7BFB0}"/>
          </ac:cxnSpMkLst>
        </pc:cxnChg>
        <pc:cxnChg chg="add del">
          <ac:chgData name="Jeremiah McReynolds" userId="7bdcb7239df3ea70" providerId="Windows Live" clId="Web-{28F96FD8-E262-46FD-945D-0047D5D0330C}" dt="2020-12-09T04:05:29.244" v="5676"/>
          <ac:cxnSpMkLst>
            <pc:docMk/>
            <pc:sldMk cId="4219808413" sldId="270"/>
            <ac:cxnSpMk id="28" creationId="{A3C86EB9-7FA9-42F7-B348-A7FD17436A94}"/>
          </ac:cxnSpMkLst>
        </pc:cxnChg>
      </pc:sldChg>
      <pc:sldChg chg="addSp delSp modSp new mod setBg">
        <pc:chgData name="Jeremiah McReynolds" userId="7bdcb7239df3ea70" providerId="Windows Live" clId="Web-{28F96FD8-E262-46FD-945D-0047D5D0330C}" dt="2020-12-09T03:51:50.159" v="5010"/>
        <pc:sldMkLst>
          <pc:docMk/>
          <pc:sldMk cId="2571202837" sldId="271"/>
        </pc:sldMkLst>
        <pc:spChg chg="mod">
          <ac:chgData name="Jeremiah McReynolds" userId="7bdcb7239df3ea70" providerId="Windows Live" clId="Web-{28F96FD8-E262-46FD-945D-0047D5D0330C}" dt="2020-12-09T03:51:36.955" v="5008"/>
          <ac:spMkLst>
            <pc:docMk/>
            <pc:sldMk cId="2571202837" sldId="271"/>
            <ac:spMk id="2" creationId="{3BA0D763-7E9C-4B5D-930B-1D338EB092E5}"/>
          </ac:spMkLst>
        </pc:spChg>
        <pc:spChg chg="add del mod">
          <ac:chgData name="Jeremiah McReynolds" userId="7bdcb7239df3ea70" providerId="Windows Live" clId="Web-{28F96FD8-E262-46FD-945D-0047D5D0330C}" dt="2020-12-09T03:47:12.007" v="4987"/>
          <ac:spMkLst>
            <pc:docMk/>
            <pc:sldMk cId="2571202837" sldId="271"/>
            <ac:spMk id="3" creationId="{DF30667D-0001-4723-887C-2F0CA4143111}"/>
          </ac:spMkLst>
        </pc:spChg>
        <pc:spChg chg="add del">
          <ac:chgData name="Jeremiah McReynolds" userId="7bdcb7239df3ea70" providerId="Windows Live" clId="Web-{28F96FD8-E262-46FD-945D-0047D5D0330C}" dt="2020-12-09T03:47:12.007" v="4987"/>
          <ac:spMkLst>
            <pc:docMk/>
            <pc:sldMk cId="2571202837" sldId="271"/>
            <ac:spMk id="8" creationId="{0216D9FD-860F-4F5C-8D9B-CE7002071D21}"/>
          </ac:spMkLst>
        </pc:spChg>
        <pc:spChg chg="add del">
          <ac:chgData name="Jeremiah McReynolds" userId="7bdcb7239df3ea70" providerId="Windows Live" clId="Web-{28F96FD8-E262-46FD-945D-0047D5D0330C}" dt="2020-12-09T03:47:12.007" v="4987"/>
          <ac:spMkLst>
            <pc:docMk/>
            <pc:sldMk cId="2571202837" sldId="271"/>
            <ac:spMk id="10" creationId="{8D074069-7026-466C-B495-20FB9578CFBB}"/>
          </ac:spMkLst>
        </pc:spChg>
        <pc:spChg chg="add del">
          <ac:chgData name="Jeremiah McReynolds" userId="7bdcb7239df3ea70" providerId="Windows Live" clId="Web-{28F96FD8-E262-46FD-945D-0047D5D0330C}" dt="2020-12-09T03:47:12.007" v="4987"/>
          <ac:spMkLst>
            <pc:docMk/>
            <pc:sldMk cId="2571202837" sldId="271"/>
            <ac:spMk id="12" creationId="{C1685D80-4D5A-471F-9215-651424F47500}"/>
          </ac:spMkLst>
        </pc:spChg>
        <pc:spChg chg="add del">
          <ac:chgData name="Jeremiah McReynolds" userId="7bdcb7239df3ea70" providerId="Windows Live" clId="Web-{28F96FD8-E262-46FD-945D-0047D5D0330C}" dt="2020-12-09T03:51:32.987" v="5007"/>
          <ac:spMkLst>
            <pc:docMk/>
            <pc:sldMk cId="2571202837" sldId="271"/>
            <ac:spMk id="21" creationId="{1B6FE1E6-1155-46CD-9113-BC03DDD53DEB}"/>
          </ac:spMkLst>
        </pc:spChg>
        <pc:spChg chg="add del">
          <ac:chgData name="Jeremiah McReynolds" userId="7bdcb7239df3ea70" providerId="Windows Live" clId="Web-{28F96FD8-E262-46FD-945D-0047D5D0330C}" dt="2020-12-09T03:51:32.987" v="5007"/>
          <ac:spMkLst>
            <pc:docMk/>
            <pc:sldMk cId="2571202837" sldId="271"/>
            <ac:spMk id="23" creationId="{F80DFCE9-814C-46CF-8B54-3DF7C405D591}"/>
          </ac:spMkLst>
        </pc:spChg>
        <pc:graphicFrameChg chg="add del">
          <ac:chgData name="Jeremiah McReynolds" userId="7bdcb7239df3ea70" providerId="Windows Live" clId="Web-{28F96FD8-E262-46FD-945D-0047D5D0330C}" dt="2020-12-09T03:47:09.288" v="4984"/>
          <ac:graphicFrameMkLst>
            <pc:docMk/>
            <pc:sldMk cId="2571202837" sldId="271"/>
            <ac:graphicFrameMk id="14" creationId="{6AF73647-338F-437D-B961-AAD137710509}"/>
          </ac:graphicFrameMkLst>
        </pc:graphicFrameChg>
        <pc:graphicFrameChg chg="add del">
          <ac:chgData name="Jeremiah McReynolds" userId="7bdcb7239df3ea70" providerId="Windows Live" clId="Web-{28F96FD8-E262-46FD-945D-0047D5D0330C}" dt="2020-12-09T03:47:11.976" v="4986"/>
          <ac:graphicFrameMkLst>
            <pc:docMk/>
            <pc:sldMk cId="2571202837" sldId="271"/>
            <ac:graphicFrameMk id="15" creationId="{D21EC0F6-28CB-476E-85FB-F0292D407B16}"/>
          </ac:graphicFrameMkLst>
        </pc:graphicFrameChg>
        <pc:graphicFrameChg chg="add mod ord modGraphic">
          <ac:chgData name="Jeremiah McReynolds" userId="7bdcb7239df3ea70" providerId="Windows Live" clId="Web-{28F96FD8-E262-46FD-945D-0047D5D0330C}" dt="2020-12-09T03:51:50.159" v="5010"/>
          <ac:graphicFrameMkLst>
            <pc:docMk/>
            <pc:sldMk cId="2571202837" sldId="271"/>
            <ac:graphicFrameMk id="16" creationId="{6AF73647-338F-437D-B961-AAD137710509}"/>
          </ac:graphicFrameMkLst>
        </pc:graphicFrameChg>
        <pc:picChg chg="add del">
          <ac:chgData name="Jeremiah McReynolds" userId="7bdcb7239df3ea70" providerId="Windows Live" clId="Web-{28F96FD8-E262-46FD-945D-0047D5D0330C}" dt="2020-12-09T03:51:32.987" v="5007"/>
          <ac:picMkLst>
            <pc:docMk/>
            <pc:sldMk cId="2571202837" sldId="271"/>
            <ac:picMk id="27" creationId="{4CB4C886-8576-4974-AB93-DE953D24393F}"/>
          </ac:picMkLst>
        </pc:picChg>
        <pc:picChg chg="add del mod">
          <ac:chgData name="Jeremiah McReynolds" userId="7bdcb7239df3ea70" providerId="Windows Live" clId="Web-{28F96FD8-E262-46FD-945D-0047D5D0330C}" dt="2020-12-09T03:50:44.532" v="5004"/>
          <ac:picMkLst>
            <pc:docMk/>
            <pc:sldMk cId="2571202837" sldId="271"/>
            <ac:picMk id="35" creationId="{9AFDA4EC-9189-426B-AF33-923C0C7B6926}"/>
          </ac:picMkLst>
        </pc:picChg>
        <pc:cxnChg chg="add del">
          <ac:chgData name="Jeremiah McReynolds" userId="7bdcb7239df3ea70" providerId="Windows Live" clId="Web-{28F96FD8-E262-46FD-945D-0047D5D0330C}" dt="2020-12-09T03:51:32.987" v="5007"/>
          <ac:cxnSpMkLst>
            <pc:docMk/>
            <pc:sldMk cId="2571202837" sldId="271"/>
            <ac:cxnSpMk id="25" creationId="{34EA8DE4-CCC2-431B-8C80-EA90145DB847}"/>
          </ac:cxnSpMkLst>
        </pc:cxnChg>
        <pc:cxnChg chg="add del">
          <ac:chgData name="Jeremiah McReynolds" userId="7bdcb7239df3ea70" providerId="Windows Live" clId="Web-{28F96FD8-E262-46FD-945D-0047D5D0330C}" dt="2020-12-09T03:51:32.987" v="5007"/>
          <ac:cxnSpMkLst>
            <pc:docMk/>
            <pc:sldMk cId="2571202837" sldId="271"/>
            <ac:cxnSpMk id="29" creationId="{9F386762-7F04-4308-9C63-5F9B6DD51527}"/>
          </ac:cxnSpMkLst>
        </pc:cxnChg>
      </pc:sldChg>
      <pc:sldChg chg="addSp delSp modSp new mod setBg">
        <pc:chgData name="Jeremiah McReynolds" userId="7bdcb7239df3ea70" providerId="Windows Live" clId="Web-{28F96FD8-E262-46FD-945D-0047D5D0330C}" dt="2020-12-09T03:55:48.368" v="5107" actId="20577"/>
        <pc:sldMkLst>
          <pc:docMk/>
          <pc:sldMk cId="800330982" sldId="272"/>
        </pc:sldMkLst>
        <pc:spChg chg="mod">
          <ac:chgData name="Jeremiah McReynolds" userId="7bdcb7239df3ea70" providerId="Windows Live" clId="Web-{28F96FD8-E262-46FD-945D-0047D5D0330C}" dt="2020-12-09T03:52:03.972" v="5011"/>
          <ac:spMkLst>
            <pc:docMk/>
            <pc:sldMk cId="800330982" sldId="272"/>
            <ac:spMk id="2" creationId="{BC659706-BBB6-4A9F-B31B-5017AECEF212}"/>
          </ac:spMkLst>
        </pc:spChg>
        <pc:spChg chg="del mod">
          <ac:chgData name="Jeremiah McReynolds" userId="7bdcb7239df3ea70" providerId="Windows Live" clId="Web-{28F96FD8-E262-46FD-945D-0047D5D0330C}" dt="2020-12-09T03:52:03.972" v="5011"/>
          <ac:spMkLst>
            <pc:docMk/>
            <pc:sldMk cId="800330982" sldId="272"/>
            <ac:spMk id="3" creationId="{F1D1C880-0302-49D5-A62B-8BB229C3B18C}"/>
          </ac:spMkLst>
        </pc:spChg>
        <pc:graphicFrameChg chg="add modGraphic">
          <ac:chgData name="Jeremiah McReynolds" userId="7bdcb7239df3ea70" providerId="Windows Live" clId="Web-{28F96FD8-E262-46FD-945D-0047D5D0330C}" dt="2020-12-09T03:55:48.368" v="5107" actId="20577"/>
          <ac:graphicFrameMkLst>
            <pc:docMk/>
            <pc:sldMk cId="800330982" sldId="272"/>
            <ac:graphicFrameMk id="5" creationId="{2A1CAE81-D0CC-433E-83B8-E3854C975EBE}"/>
          </ac:graphicFrameMkLst>
        </pc:graphicFrameChg>
      </pc:sldChg>
      <pc:sldChg chg="addSp delSp modSp add ord replId">
        <pc:chgData name="Jeremiah McReynolds" userId="7bdcb7239df3ea70" providerId="Windows Live" clId="Web-{28F96FD8-E262-46FD-945D-0047D5D0330C}" dt="2020-12-09T03:46:34.334" v="4982" actId="20577"/>
        <pc:sldMkLst>
          <pc:docMk/>
          <pc:sldMk cId="3171256376" sldId="273"/>
        </pc:sldMkLst>
        <pc:spChg chg="del">
          <ac:chgData name="Jeremiah McReynolds" userId="7bdcb7239df3ea70" providerId="Windows Live" clId="Web-{28F96FD8-E262-46FD-945D-0047D5D0330C}" dt="2020-12-09T03:26:45.399" v="4583"/>
          <ac:spMkLst>
            <pc:docMk/>
            <pc:sldMk cId="3171256376" sldId="273"/>
            <ac:spMk id="3" creationId="{DF30667D-0001-4723-887C-2F0CA4143111}"/>
          </ac:spMkLst>
        </pc:spChg>
        <pc:spChg chg="add del mod">
          <ac:chgData name="Jeremiah McReynolds" userId="7bdcb7239df3ea70" providerId="Windows Live" clId="Web-{28F96FD8-E262-46FD-945D-0047D5D0330C}" dt="2020-12-09T03:26:48.883" v="4585"/>
          <ac:spMkLst>
            <pc:docMk/>
            <pc:sldMk cId="3171256376" sldId="273"/>
            <ac:spMk id="70" creationId="{CE6C1635-0659-4243-98BB-F8EAB0CC093C}"/>
          </ac:spMkLst>
        </pc:spChg>
        <pc:graphicFrameChg chg="add mod modGraphic">
          <ac:chgData name="Jeremiah McReynolds" userId="7bdcb7239df3ea70" providerId="Windows Live" clId="Web-{28F96FD8-E262-46FD-945D-0047D5D0330C}" dt="2020-12-09T03:46:34.334" v="4982" actId="20577"/>
          <ac:graphicFrameMkLst>
            <pc:docMk/>
            <pc:sldMk cId="3171256376" sldId="273"/>
            <ac:graphicFrameMk id="4" creationId="{59B42104-8771-4BCD-9C1D-545E6D943823}"/>
          </ac:graphicFrameMkLst>
        </pc:graphicFrameChg>
      </pc:sldChg>
      <pc:sldChg chg="addSp delSp modSp new">
        <pc:chgData name="Jeremiah McReynolds" userId="7bdcb7239df3ea70" providerId="Windows Live" clId="Web-{28F96FD8-E262-46FD-945D-0047D5D0330C}" dt="2020-12-09T03:37:05.023" v="4783"/>
        <pc:sldMkLst>
          <pc:docMk/>
          <pc:sldMk cId="1139871467" sldId="274"/>
        </pc:sldMkLst>
        <pc:spChg chg="mod">
          <ac:chgData name="Jeremiah McReynolds" userId="7bdcb7239df3ea70" providerId="Windows Live" clId="Web-{28F96FD8-E262-46FD-945D-0047D5D0330C}" dt="2020-12-09T03:32:57.673" v="4610" actId="20577"/>
          <ac:spMkLst>
            <pc:docMk/>
            <pc:sldMk cId="1139871467" sldId="274"/>
            <ac:spMk id="2" creationId="{6711AA37-F22B-4F4B-95DF-AF8F36841ACA}"/>
          </ac:spMkLst>
        </pc:spChg>
        <pc:spChg chg="mod">
          <ac:chgData name="Jeremiah McReynolds" userId="7bdcb7239df3ea70" providerId="Windows Live" clId="Web-{28F96FD8-E262-46FD-945D-0047D5D0330C}" dt="2020-12-09T03:32:59.595" v="4613" actId="20577"/>
          <ac:spMkLst>
            <pc:docMk/>
            <pc:sldMk cId="1139871467" sldId="274"/>
            <ac:spMk id="3" creationId="{4ED72DC5-0473-4BDF-BCC9-2481B80E7D88}"/>
          </ac:spMkLst>
        </pc:spChg>
        <pc:spChg chg="del mod">
          <ac:chgData name="Jeremiah McReynolds" userId="7bdcb7239df3ea70" providerId="Windows Live" clId="Web-{28F96FD8-E262-46FD-945D-0047D5D0330C}" dt="2020-12-09T03:33:36.377" v="4677"/>
          <ac:spMkLst>
            <pc:docMk/>
            <pc:sldMk cId="1139871467" sldId="274"/>
            <ac:spMk id="4" creationId="{A12827C9-EFCF-446B-80A4-1D805BEA26FD}"/>
          </ac:spMkLst>
        </pc:spChg>
        <pc:spChg chg="add del mod">
          <ac:chgData name="Jeremiah McReynolds" userId="7bdcb7239df3ea70" providerId="Windows Live" clId="Web-{28F96FD8-E262-46FD-945D-0047D5D0330C}" dt="2020-12-09T03:33:53.284" v="4678"/>
          <ac:spMkLst>
            <pc:docMk/>
            <pc:sldMk cId="1139871467" sldId="274"/>
            <ac:spMk id="6" creationId="{40A78353-171D-4DD9-A1F6-0C012840C4D5}"/>
          </ac:spMkLst>
        </pc:spChg>
        <pc:graphicFrameChg chg="add mod ord modGraphic">
          <ac:chgData name="Jeremiah McReynolds" userId="7bdcb7239df3ea70" providerId="Windows Live" clId="Web-{28F96FD8-E262-46FD-945D-0047D5D0330C}" dt="2020-12-09T03:37:05.023" v="4783"/>
          <ac:graphicFrameMkLst>
            <pc:docMk/>
            <pc:sldMk cId="1139871467" sldId="274"/>
            <ac:graphicFrameMk id="7" creationId="{3FC07B5A-F3D2-49ED-8982-17D03BF9CF0E}"/>
          </ac:graphicFrameMkLst>
        </pc:graphicFrameChg>
      </pc:sldChg>
      <pc:sldChg chg="addSp delSp modSp new mod setBg setClrOvrMap">
        <pc:chgData name="Jeremiah McReynolds" userId="7bdcb7239df3ea70" providerId="Windows Live" clId="Web-{28F96FD8-E262-46FD-945D-0047D5D0330C}" dt="2020-12-09T04:22:33.238" v="6247" actId="20577"/>
        <pc:sldMkLst>
          <pc:docMk/>
          <pc:sldMk cId="3021180682" sldId="275"/>
        </pc:sldMkLst>
        <pc:spChg chg="mod">
          <ac:chgData name="Jeremiah McReynolds" userId="7bdcb7239df3ea70" providerId="Windows Live" clId="Web-{28F96FD8-E262-46FD-945D-0047D5D0330C}" dt="2020-12-09T04:05:50.463" v="5679"/>
          <ac:spMkLst>
            <pc:docMk/>
            <pc:sldMk cId="3021180682" sldId="275"/>
            <ac:spMk id="2" creationId="{B9FC1E56-C9AA-4D3B-A0F8-283F347ABFAB}"/>
          </ac:spMkLst>
        </pc:spChg>
        <pc:spChg chg="del mod">
          <ac:chgData name="Jeremiah McReynolds" userId="7bdcb7239df3ea70" providerId="Windows Live" clId="Web-{28F96FD8-E262-46FD-945D-0047D5D0330C}" dt="2020-12-09T04:04:20.865" v="5672"/>
          <ac:spMkLst>
            <pc:docMk/>
            <pc:sldMk cId="3021180682" sldId="275"/>
            <ac:spMk id="3" creationId="{069700FA-A3BA-498E-8C88-66BF87EB9612}"/>
          </ac:spMkLst>
        </pc:spChg>
        <pc:spChg chg="add del">
          <ac:chgData name="Jeremiah McReynolds" userId="7bdcb7239df3ea70" providerId="Windows Live" clId="Web-{28F96FD8-E262-46FD-945D-0047D5D0330C}" dt="2020-12-09T04:05:50.463" v="5679"/>
          <ac:spMkLst>
            <pc:docMk/>
            <pc:sldMk cId="3021180682" sldId="275"/>
            <ac:spMk id="86" creationId="{C6870151-9189-4C3A-8379-EF3D95827A0A}"/>
          </ac:spMkLst>
        </pc:spChg>
        <pc:spChg chg="add del">
          <ac:chgData name="Jeremiah McReynolds" userId="7bdcb7239df3ea70" providerId="Windows Live" clId="Web-{28F96FD8-E262-46FD-945D-0047D5D0330C}" dt="2020-12-09T04:05:50.463" v="5679"/>
          <ac:spMkLst>
            <pc:docMk/>
            <pc:sldMk cId="3021180682" sldId="275"/>
            <ac:spMk id="88" creationId="{123EA69C-102A-4DD0-9547-05DCD271D159}"/>
          </ac:spMkLst>
        </pc:spChg>
        <pc:spChg chg="add del">
          <ac:chgData name="Jeremiah McReynolds" userId="7bdcb7239df3ea70" providerId="Windows Live" clId="Web-{28F96FD8-E262-46FD-945D-0047D5D0330C}" dt="2020-12-09T04:05:50.463" v="5679"/>
          <ac:spMkLst>
            <pc:docMk/>
            <pc:sldMk cId="3021180682" sldId="275"/>
            <ac:spMk id="90" creationId="{6A862265-5CA3-4C40-8582-7534C3B03C2A}"/>
          </ac:spMkLst>
        </pc:spChg>
        <pc:spChg chg="add del">
          <ac:chgData name="Jeremiah McReynolds" userId="7bdcb7239df3ea70" providerId="Windows Live" clId="Web-{28F96FD8-E262-46FD-945D-0047D5D0330C}" dt="2020-12-09T04:05:50.463" v="5679"/>
          <ac:spMkLst>
            <pc:docMk/>
            <pc:sldMk cId="3021180682" sldId="275"/>
            <ac:spMk id="92" creationId="{600EF80B-0391-4082-9AF5-F15B091B4CE9}"/>
          </ac:spMkLst>
        </pc:spChg>
        <pc:spChg chg="add del">
          <ac:chgData name="Jeremiah McReynolds" userId="7bdcb7239df3ea70" providerId="Windows Live" clId="Web-{28F96FD8-E262-46FD-945D-0047D5D0330C}" dt="2020-12-09T04:05:50.463" v="5679"/>
          <ac:spMkLst>
            <pc:docMk/>
            <pc:sldMk cId="3021180682" sldId="275"/>
            <ac:spMk id="96" creationId="{3FBF03E8-C602-4192-9C52-F84B29FDCC88}"/>
          </ac:spMkLst>
        </pc:spChg>
        <pc:spChg chg="add">
          <ac:chgData name="Jeremiah McReynolds" userId="7bdcb7239df3ea70" providerId="Windows Live" clId="Web-{28F96FD8-E262-46FD-945D-0047D5D0330C}" dt="2020-12-09T04:05:50.463" v="5679"/>
          <ac:spMkLst>
            <pc:docMk/>
            <pc:sldMk cId="3021180682" sldId="275"/>
            <ac:spMk id="98" creationId="{7BEFDA1A-2A01-4C29-A5D0-AE6F050D07DF}"/>
          </ac:spMkLst>
        </pc:spChg>
        <pc:spChg chg="add">
          <ac:chgData name="Jeremiah McReynolds" userId="7bdcb7239df3ea70" providerId="Windows Live" clId="Web-{28F96FD8-E262-46FD-945D-0047D5D0330C}" dt="2020-12-09T04:05:50.463" v="5679"/>
          <ac:spMkLst>
            <pc:docMk/>
            <pc:sldMk cId="3021180682" sldId="275"/>
            <ac:spMk id="100" creationId="{279D3810-B86F-4009-84EC-DE0FEABD6FCE}"/>
          </ac:spMkLst>
        </pc:spChg>
        <pc:spChg chg="add del">
          <ac:chgData name="Jeremiah McReynolds" userId="7bdcb7239df3ea70" providerId="Windows Live" clId="Web-{28F96FD8-E262-46FD-945D-0047D5D0330C}" dt="2020-12-09T04:05:50.338" v="5678"/>
          <ac:spMkLst>
            <pc:docMk/>
            <pc:sldMk cId="3021180682" sldId="275"/>
            <ac:spMk id="101" creationId="{CDDE5CDF-1512-4CDA-B956-23D223F8DE44}"/>
          </ac:spMkLst>
        </pc:spChg>
        <pc:spChg chg="add del">
          <ac:chgData name="Jeremiah McReynolds" userId="7bdcb7239df3ea70" providerId="Windows Live" clId="Web-{28F96FD8-E262-46FD-945D-0047D5D0330C}" dt="2020-12-09T04:05:50.338" v="5678"/>
          <ac:spMkLst>
            <pc:docMk/>
            <pc:sldMk cId="3021180682" sldId="275"/>
            <ac:spMk id="107" creationId="{62C9703D-C8F9-44AD-A7C0-C2F3871F8C1B}"/>
          </ac:spMkLst>
        </pc:spChg>
        <pc:spChg chg="add del mod">
          <ac:chgData name="Jeremiah McReynolds" userId="7bdcb7239df3ea70" providerId="Windows Live" clId="Web-{28F96FD8-E262-46FD-945D-0047D5D0330C}" dt="2020-12-09T04:04:28.021" v="5674"/>
          <ac:spMkLst>
            <pc:docMk/>
            <pc:sldMk cId="3021180682" sldId="275"/>
            <ac:spMk id="465" creationId="{0DE24ABB-180A-4E93-961F-7EC40FCC2D6F}"/>
          </ac:spMkLst>
        </pc:spChg>
        <pc:graphicFrameChg chg="add mod ord modGraphic">
          <ac:chgData name="Jeremiah McReynolds" userId="7bdcb7239df3ea70" providerId="Windows Live" clId="Web-{28F96FD8-E262-46FD-945D-0047D5D0330C}" dt="2020-12-09T04:22:33.238" v="6247" actId="20577"/>
          <ac:graphicFrameMkLst>
            <pc:docMk/>
            <pc:sldMk cId="3021180682" sldId="275"/>
            <ac:graphicFrameMk id="4" creationId="{F0952CCD-DBD4-4C7A-AFE4-67CAAC4ED72F}"/>
          </ac:graphicFrameMkLst>
        </pc:graphicFrameChg>
        <pc:picChg chg="add">
          <ac:chgData name="Jeremiah McReynolds" userId="7bdcb7239df3ea70" providerId="Windows Live" clId="Web-{28F96FD8-E262-46FD-945D-0047D5D0330C}" dt="2020-12-09T04:05:50.463" v="5679"/>
          <ac:picMkLst>
            <pc:docMk/>
            <pc:sldMk cId="3021180682" sldId="275"/>
            <ac:picMk id="102" creationId="{C33612A4-0B77-4479-B2AA-F178599550AA}"/>
          </ac:picMkLst>
        </pc:picChg>
        <pc:picChg chg="add del">
          <ac:chgData name="Jeremiah McReynolds" userId="7bdcb7239df3ea70" providerId="Windows Live" clId="Web-{28F96FD8-E262-46FD-945D-0047D5D0330C}" dt="2020-12-09T04:05:50.338" v="5678"/>
          <ac:picMkLst>
            <pc:docMk/>
            <pc:sldMk cId="3021180682" sldId="275"/>
            <ac:picMk id="103" creationId="{B029D7D8-5A6B-4C76-94C8-15798C6C5ADB}"/>
          </ac:picMkLst>
        </pc:picChg>
        <pc:cxnChg chg="add del">
          <ac:chgData name="Jeremiah McReynolds" userId="7bdcb7239df3ea70" providerId="Windows Live" clId="Web-{28F96FD8-E262-46FD-945D-0047D5D0330C}" dt="2020-12-09T04:05:50.463" v="5679"/>
          <ac:cxnSpMkLst>
            <pc:docMk/>
            <pc:sldMk cId="3021180682" sldId="275"/>
            <ac:cxnSpMk id="94" creationId="{D33AC32D-5F44-45F7-A0BD-7C11A86BED57}"/>
          </ac:cxnSpMkLst>
        </pc:cxnChg>
        <pc:cxnChg chg="add">
          <ac:chgData name="Jeremiah McReynolds" userId="7bdcb7239df3ea70" providerId="Windows Live" clId="Web-{28F96FD8-E262-46FD-945D-0047D5D0330C}" dt="2020-12-09T04:05:50.463" v="5679"/>
          <ac:cxnSpMkLst>
            <pc:docMk/>
            <pc:sldMk cId="3021180682" sldId="275"/>
            <ac:cxnSpMk id="99" creationId="{17FD20E5-30AF-47B9-9256-2E8E904CBBC1}"/>
          </ac:cxnSpMkLst>
        </pc:cxnChg>
        <pc:cxnChg chg="add del">
          <ac:chgData name="Jeremiah McReynolds" userId="7bdcb7239df3ea70" providerId="Windows Live" clId="Web-{28F96FD8-E262-46FD-945D-0047D5D0330C}" dt="2020-12-09T04:05:50.338" v="5678"/>
          <ac:cxnSpMkLst>
            <pc:docMk/>
            <pc:sldMk cId="3021180682" sldId="275"/>
            <ac:cxnSpMk id="105" creationId="{A5C9319C-E20D-4884-952F-60B6A58C3E34}"/>
          </ac:cxnSpMkLst>
        </pc:cxnChg>
        <pc:cxnChg chg="add">
          <ac:chgData name="Jeremiah McReynolds" userId="7bdcb7239df3ea70" providerId="Windows Live" clId="Web-{28F96FD8-E262-46FD-945D-0047D5D0330C}" dt="2020-12-09T04:05:50.463" v="5679"/>
          <ac:cxnSpMkLst>
            <pc:docMk/>
            <pc:sldMk cId="3021180682" sldId="275"/>
            <ac:cxnSpMk id="109" creationId="{078A367A-3E83-4B48-A0F7-43FBE33328F5}"/>
          </ac:cxnSpMkLst>
        </pc:cxnChg>
      </pc:sldChg>
      <pc:sldChg chg="addSp modSp new mod setBg">
        <pc:chgData name="Jeremiah McReynolds" userId="7bdcb7239df3ea70" providerId="Windows Live" clId="Web-{28F96FD8-E262-46FD-945D-0047D5D0330C}" dt="2020-12-09T04:10:54.596" v="6070" actId="20577"/>
        <pc:sldMkLst>
          <pc:docMk/>
          <pc:sldMk cId="4102535460" sldId="276"/>
        </pc:sldMkLst>
        <pc:spChg chg="mod">
          <ac:chgData name="Jeremiah McReynolds" userId="7bdcb7239df3ea70" providerId="Windows Live" clId="Web-{28F96FD8-E262-46FD-945D-0047D5D0330C}" dt="2020-12-09T04:06:26.058" v="5699"/>
          <ac:spMkLst>
            <pc:docMk/>
            <pc:sldMk cId="4102535460" sldId="276"/>
            <ac:spMk id="2" creationId="{F7F796A3-0F29-4765-8EEA-17794A31A126}"/>
          </ac:spMkLst>
        </pc:spChg>
        <pc:spChg chg="mod">
          <ac:chgData name="Jeremiah McReynolds" userId="7bdcb7239df3ea70" providerId="Windows Live" clId="Web-{28F96FD8-E262-46FD-945D-0047D5D0330C}" dt="2020-12-09T04:10:54.596" v="6070" actId="20577"/>
          <ac:spMkLst>
            <pc:docMk/>
            <pc:sldMk cId="4102535460" sldId="276"/>
            <ac:spMk id="3" creationId="{78641083-5428-44C6-BF57-BA7DD9D67CBA}"/>
          </ac:spMkLst>
        </pc:spChg>
        <pc:spChg chg="add">
          <ac:chgData name="Jeremiah McReynolds" userId="7bdcb7239df3ea70" providerId="Windows Live" clId="Web-{28F96FD8-E262-46FD-945D-0047D5D0330C}" dt="2020-12-09T04:06:26.058" v="5699"/>
          <ac:spMkLst>
            <pc:docMk/>
            <pc:sldMk cId="4102535460" sldId="276"/>
            <ac:spMk id="8" creationId="{0216D9FD-860F-4F5C-8D9B-CE7002071D21}"/>
          </ac:spMkLst>
        </pc:spChg>
        <pc:spChg chg="add">
          <ac:chgData name="Jeremiah McReynolds" userId="7bdcb7239df3ea70" providerId="Windows Live" clId="Web-{28F96FD8-E262-46FD-945D-0047D5D0330C}" dt="2020-12-09T04:06:26.058" v="5699"/>
          <ac:spMkLst>
            <pc:docMk/>
            <pc:sldMk cId="4102535460" sldId="276"/>
            <ac:spMk id="10" creationId="{8D074069-7026-466C-B495-20FB9578CFBB}"/>
          </ac:spMkLst>
        </pc:spChg>
        <pc:spChg chg="add">
          <ac:chgData name="Jeremiah McReynolds" userId="7bdcb7239df3ea70" providerId="Windows Live" clId="Web-{28F96FD8-E262-46FD-945D-0047D5D0330C}" dt="2020-12-09T04:06:26.058" v="5699"/>
          <ac:spMkLst>
            <pc:docMk/>
            <pc:sldMk cId="4102535460" sldId="276"/>
            <ac:spMk id="12" creationId="{C1685D80-4D5A-471F-9215-651424F47500}"/>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ata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svg"/><Relationship Id="rId1" Type="http://schemas.openxmlformats.org/officeDocument/2006/relationships/image" Target="../media/image30.png"/><Relationship Id="rId6" Type="http://schemas.openxmlformats.org/officeDocument/2006/relationships/image" Target="../media/image35.svg"/><Relationship Id="rId5" Type="http://schemas.openxmlformats.org/officeDocument/2006/relationships/image" Target="../media/image34.png"/><Relationship Id="rId4" Type="http://schemas.openxmlformats.org/officeDocument/2006/relationships/image" Target="../media/image3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CF733BF-0816-4D14-8AB0-38F45DBBBEB6}" type="doc">
      <dgm:prSet loTypeId="urn:microsoft.com/office/officeart/2005/8/layout/lProcess1" loCatId="process" qsTypeId="urn:microsoft.com/office/officeart/2005/8/quickstyle/simple1" qsCatId="simple" csTypeId="urn:microsoft.com/office/officeart/2005/8/colors/accent1_2" csCatId="accent1" phldr="1"/>
      <dgm:spPr/>
      <dgm:t>
        <a:bodyPr/>
        <a:lstStyle/>
        <a:p>
          <a:endParaRPr lang="en-US"/>
        </a:p>
      </dgm:t>
    </dgm:pt>
    <dgm:pt modelId="{F718E425-3A67-4FE1-993F-653ED0ED79FF}">
      <dgm:prSet phldrT="[Text]" phldr="0"/>
      <dgm:spPr/>
      <dgm:t>
        <a:bodyPr/>
        <a:lstStyle/>
        <a:p>
          <a:r>
            <a:rPr lang="en-US">
              <a:latin typeface="Gill Sans MT" panose="020B0502020104020203"/>
            </a:rPr>
            <a:t>Macroeconomic</a:t>
          </a:r>
          <a:endParaRPr lang="en-US"/>
        </a:p>
      </dgm:t>
    </dgm:pt>
    <dgm:pt modelId="{F7F2DF02-97A4-4794-BEC0-1AE85D883FE8}" type="parTrans" cxnId="{CF12ADD3-8B39-4B09-B513-E7EDB121488C}">
      <dgm:prSet/>
      <dgm:spPr/>
      <dgm:t>
        <a:bodyPr/>
        <a:lstStyle/>
        <a:p>
          <a:endParaRPr lang="en-US"/>
        </a:p>
      </dgm:t>
    </dgm:pt>
    <dgm:pt modelId="{23EDBD10-FC9C-4891-8BD6-CC7580FFBBFA}" type="sibTrans" cxnId="{CF12ADD3-8B39-4B09-B513-E7EDB121488C}">
      <dgm:prSet/>
      <dgm:spPr/>
      <dgm:t>
        <a:bodyPr/>
        <a:lstStyle/>
        <a:p>
          <a:endParaRPr lang="en-US"/>
        </a:p>
      </dgm:t>
    </dgm:pt>
    <dgm:pt modelId="{88839ADC-F942-4C70-82DD-198F678625DE}">
      <dgm:prSet phldrT="[Text]" phldr="0"/>
      <dgm:spPr/>
      <dgm:t>
        <a:bodyPr/>
        <a:lstStyle/>
        <a:p>
          <a:pPr rtl="0"/>
          <a:r>
            <a:rPr lang="en-US">
              <a:latin typeface="Gill Sans MT" panose="020B0502020104020203"/>
            </a:rPr>
            <a:t>Yield Curve (10 Year – 2 Year)</a:t>
          </a:r>
          <a:endParaRPr lang="en-US"/>
        </a:p>
      </dgm:t>
    </dgm:pt>
    <dgm:pt modelId="{C453E75F-2810-434E-B7C3-6D3352ECB7F9}" type="parTrans" cxnId="{70AF4E6F-4593-4DA9-854E-05EB74FA19B6}">
      <dgm:prSet/>
      <dgm:spPr/>
      <dgm:t>
        <a:bodyPr/>
        <a:lstStyle/>
        <a:p>
          <a:endParaRPr lang="en-US"/>
        </a:p>
      </dgm:t>
    </dgm:pt>
    <dgm:pt modelId="{8979BF8C-8321-4DD9-B237-C58289ACA98A}" type="sibTrans" cxnId="{70AF4E6F-4593-4DA9-854E-05EB74FA19B6}">
      <dgm:prSet/>
      <dgm:spPr/>
      <dgm:t>
        <a:bodyPr/>
        <a:lstStyle/>
        <a:p>
          <a:endParaRPr lang="en-US"/>
        </a:p>
      </dgm:t>
    </dgm:pt>
    <dgm:pt modelId="{C556D1EE-77BA-4152-96B3-0B4BA1475F7F}">
      <dgm:prSet phldrT="[Text]" phldr="0"/>
      <dgm:spPr/>
      <dgm:t>
        <a:bodyPr/>
        <a:lstStyle/>
        <a:p>
          <a:r>
            <a:rPr lang="en-US">
              <a:latin typeface="Gill Sans MT" panose="020B0502020104020203"/>
            </a:rPr>
            <a:t>GDP</a:t>
          </a:r>
          <a:endParaRPr lang="en-US"/>
        </a:p>
      </dgm:t>
    </dgm:pt>
    <dgm:pt modelId="{C4360A76-6C3F-480B-A125-3E1082A10FF1}" type="parTrans" cxnId="{DAD9D282-1744-4C85-B5F8-66012EFC9043}">
      <dgm:prSet/>
      <dgm:spPr/>
      <dgm:t>
        <a:bodyPr/>
        <a:lstStyle/>
        <a:p>
          <a:endParaRPr lang="en-US"/>
        </a:p>
      </dgm:t>
    </dgm:pt>
    <dgm:pt modelId="{F973D34C-9DF8-446A-B8ED-D7D71EA58C9B}" type="sibTrans" cxnId="{DAD9D282-1744-4C85-B5F8-66012EFC9043}">
      <dgm:prSet/>
      <dgm:spPr/>
      <dgm:t>
        <a:bodyPr/>
        <a:lstStyle/>
        <a:p>
          <a:endParaRPr lang="en-US"/>
        </a:p>
      </dgm:t>
    </dgm:pt>
    <dgm:pt modelId="{A4B4259F-003C-4C4E-8A86-A574359CFF17}">
      <dgm:prSet phldrT="[Text]" phldr="0"/>
      <dgm:spPr/>
      <dgm:t>
        <a:bodyPr/>
        <a:lstStyle/>
        <a:p>
          <a:r>
            <a:rPr lang="en-US" dirty="0">
              <a:latin typeface="Gill Sans MT" panose="020B0502020104020203"/>
            </a:rPr>
            <a:t>Inflation</a:t>
          </a:r>
          <a:endParaRPr lang="en-US" dirty="0"/>
        </a:p>
      </dgm:t>
    </dgm:pt>
    <dgm:pt modelId="{93492A4B-EFEC-4D92-B761-20AAC26DAA01}" type="parTrans" cxnId="{D444600E-240C-41B1-8B53-8D4454919F67}">
      <dgm:prSet/>
      <dgm:spPr/>
      <dgm:t>
        <a:bodyPr/>
        <a:lstStyle/>
        <a:p>
          <a:endParaRPr lang="en-US"/>
        </a:p>
      </dgm:t>
    </dgm:pt>
    <dgm:pt modelId="{C0CF4B39-1EE3-494F-BAF6-D2518ED55DFF}" type="sibTrans" cxnId="{D444600E-240C-41B1-8B53-8D4454919F67}">
      <dgm:prSet/>
      <dgm:spPr/>
      <dgm:t>
        <a:bodyPr/>
        <a:lstStyle/>
        <a:p>
          <a:endParaRPr lang="en-US"/>
        </a:p>
      </dgm:t>
    </dgm:pt>
    <dgm:pt modelId="{17F1332A-7610-410F-84EC-DA00C330A4CC}">
      <dgm:prSet phldrT="[Text]" phldr="0"/>
      <dgm:spPr/>
      <dgm:t>
        <a:bodyPr/>
        <a:lstStyle/>
        <a:p>
          <a:pPr rtl="0"/>
          <a:r>
            <a:rPr lang="en-US" dirty="0"/>
            <a:t>Commercial and Industrial Loans</a:t>
          </a:r>
        </a:p>
      </dgm:t>
    </dgm:pt>
    <dgm:pt modelId="{801D3DFD-83EE-4EA3-8903-A09D833D4D6C}" type="parTrans" cxnId="{0D07A304-55BE-4563-AE95-4C420275F992}">
      <dgm:prSet/>
      <dgm:spPr/>
      <dgm:t>
        <a:bodyPr/>
        <a:lstStyle/>
        <a:p>
          <a:endParaRPr lang="en-US"/>
        </a:p>
      </dgm:t>
    </dgm:pt>
    <dgm:pt modelId="{B5CE81A9-9D1F-4AEB-91EA-339D850BEEF6}" type="sibTrans" cxnId="{0D07A304-55BE-4563-AE95-4C420275F992}">
      <dgm:prSet/>
      <dgm:spPr/>
      <dgm:t>
        <a:bodyPr/>
        <a:lstStyle/>
        <a:p>
          <a:endParaRPr lang="en-US"/>
        </a:p>
      </dgm:t>
    </dgm:pt>
    <dgm:pt modelId="{DB40065B-4332-45BD-85CA-94239C15207A}">
      <dgm:prSet phldrT="[Text]" phldr="0"/>
      <dgm:spPr/>
      <dgm:t>
        <a:bodyPr/>
        <a:lstStyle/>
        <a:p>
          <a:r>
            <a:rPr lang="en-US">
              <a:latin typeface="Gill Sans MT" panose="020B0502020104020203"/>
            </a:rPr>
            <a:t>Microeconomic</a:t>
          </a:r>
          <a:endParaRPr lang="en-US"/>
        </a:p>
      </dgm:t>
    </dgm:pt>
    <dgm:pt modelId="{24E73151-4456-460D-AE45-CF8FA20AE943}" type="parTrans" cxnId="{90C866A6-3842-4CB6-8086-5AB36E3CC3A8}">
      <dgm:prSet/>
      <dgm:spPr/>
      <dgm:t>
        <a:bodyPr/>
        <a:lstStyle/>
        <a:p>
          <a:endParaRPr lang="en-US"/>
        </a:p>
      </dgm:t>
    </dgm:pt>
    <dgm:pt modelId="{C4C04EE4-924B-47D5-B1A9-E2E3225E5FBC}" type="sibTrans" cxnId="{90C866A6-3842-4CB6-8086-5AB36E3CC3A8}">
      <dgm:prSet/>
      <dgm:spPr/>
      <dgm:t>
        <a:bodyPr/>
        <a:lstStyle/>
        <a:p>
          <a:endParaRPr lang="en-US"/>
        </a:p>
      </dgm:t>
    </dgm:pt>
    <dgm:pt modelId="{3216996E-AD1F-40FD-9201-8A1AD506BDA1}">
      <dgm:prSet phldr="0"/>
      <dgm:spPr/>
      <dgm:t>
        <a:bodyPr/>
        <a:lstStyle/>
        <a:p>
          <a:pPr rtl="0"/>
          <a:r>
            <a:rPr lang="en-US" dirty="0">
              <a:latin typeface="Gill Sans MT" panose="020B0502020104020203"/>
            </a:rPr>
            <a:t>NASDAQ Composite</a:t>
          </a:r>
        </a:p>
      </dgm:t>
    </dgm:pt>
    <dgm:pt modelId="{93ED2E37-E53D-4852-85BD-BF166B8C07BC}" type="parTrans" cxnId="{5BAB2C2D-EE9F-4994-9095-FCD9A3C4C919}">
      <dgm:prSet/>
      <dgm:spPr/>
    </dgm:pt>
    <dgm:pt modelId="{FB6E8F04-B8E6-4894-A04B-C5D01F7F3AB4}" type="sibTrans" cxnId="{5BAB2C2D-EE9F-4994-9095-FCD9A3C4C919}">
      <dgm:prSet/>
      <dgm:spPr/>
    </dgm:pt>
    <dgm:pt modelId="{66BE6F0F-44A2-4846-8E3A-122D026BB37B}">
      <dgm:prSet phldr="0"/>
      <dgm:spPr/>
      <dgm:t>
        <a:bodyPr/>
        <a:lstStyle/>
        <a:p>
          <a:pPr rtl="0"/>
          <a:r>
            <a:rPr lang="en-US" dirty="0">
              <a:latin typeface="Gill Sans MT" panose="020B0502020104020203"/>
            </a:rPr>
            <a:t>Unemployment</a:t>
          </a:r>
        </a:p>
      </dgm:t>
    </dgm:pt>
    <dgm:pt modelId="{A28A7D87-FE4A-4A8E-B56F-B714F2D41C3E}" type="parTrans" cxnId="{F062ED38-D568-48C4-8DBF-BACAB6211D10}">
      <dgm:prSet/>
      <dgm:spPr/>
    </dgm:pt>
    <dgm:pt modelId="{9CEB1102-92E6-446D-8799-87979B216C0E}" type="sibTrans" cxnId="{F062ED38-D568-48C4-8DBF-BACAB6211D10}">
      <dgm:prSet/>
      <dgm:spPr/>
    </dgm:pt>
    <dgm:pt modelId="{C2BD775D-6263-43FE-96B6-60770F5D3BE0}">
      <dgm:prSet phldr="0"/>
      <dgm:spPr/>
      <dgm:t>
        <a:bodyPr/>
        <a:lstStyle/>
        <a:p>
          <a:pPr rtl="0"/>
          <a:r>
            <a:rPr lang="en-US">
              <a:latin typeface="Gill Sans MT" panose="020B0502020104020203"/>
            </a:rPr>
            <a:t>S&amp;P500</a:t>
          </a:r>
        </a:p>
      </dgm:t>
    </dgm:pt>
    <dgm:pt modelId="{FEAB09E4-1092-42DC-B5B7-25EF85B58D79}" type="parTrans" cxnId="{90414B7C-D4FE-46BB-9FD3-D8690E596B60}">
      <dgm:prSet/>
      <dgm:spPr/>
    </dgm:pt>
    <dgm:pt modelId="{5056BA45-C8C7-4D10-B7EC-B5109A0B3E6A}" type="sibTrans" cxnId="{90414B7C-D4FE-46BB-9FD3-D8690E596B60}">
      <dgm:prSet/>
      <dgm:spPr/>
    </dgm:pt>
    <dgm:pt modelId="{43461846-68AD-4D6B-8E39-66973E566C7D}">
      <dgm:prSet phldr="0"/>
      <dgm:spPr/>
      <dgm:t>
        <a:bodyPr/>
        <a:lstStyle/>
        <a:p>
          <a:pPr rtl="0"/>
          <a:r>
            <a:rPr lang="en-US" dirty="0">
              <a:latin typeface="Gill Sans MT" panose="020B0502020104020203"/>
            </a:rPr>
            <a:t>Manufactuering Unemployment</a:t>
          </a:r>
        </a:p>
      </dgm:t>
    </dgm:pt>
    <dgm:pt modelId="{BF02EC1B-59A9-4396-8A11-06E8FFDBDFFE}" type="parTrans" cxnId="{6C1993D8-8F78-43F2-AEA2-3F05CBE7EB04}">
      <dgm:prSet/>
      <dgm:spPr/>
    </dgm:pt>
    <dgm:pt modelId="{972D4CD3-C8F2-4A40-A7DC-544AEAB35F8A}" type="sibTrans" cxnId="{6C1993D8-8F78-43F2-AEA2-3F05CBE7EB04}">
      <dgm:prSet/>
      <dgm:spPr/>
    </dgm:pt>
    <dgm:pt modelId="{962933E0-C5D2-49D6-B18A-A0DD1DD12A7F}">
      <dgm:prSet phldr="0"/>
      <dgm:spPr/>
      <dgm:t>
        <a:bodyPr/>
        <a:lstStyle/>
        <a:p>
          <a:pPr rtl="0"/>
          <a:r>
            <a:rPr lang="en-US">
              <a:latin typeface="Gill Sans MT" panose="020B0502020104020203"/>
            </a:rPr>
            <a:t>U.S. Median Income</a:t>
          </a:r>
        </a:p>
      </dgm:t>
    </dgm:pt>
    <dgm:pt modelId="{F03E18C0-9AA9-472E-B1A0-49257198DFBC}" type="parTrans" cxnId="{792CC02C-16E6-4022-BC44-1116BEB7590C}">
      <dgm:prSet/>
      <dgm:spPr/>
    </dgm:pt>
    <dgm:pt modelId="{EF7CEA62-3448-4D83-96CC-4F7A21A59B1B}" type="sibTrans" cxnId="{792CC02C-16E6-4022-BC44-1116BEB7590C}">
      <dgm:prSet/>
      <dgm:spPr/>
    </dgm:pt>
    <dgm:pt modelId="{A902FADE-E5EA-4200-A5BC-D6F863EC9040}" type="pres">
      <dgm:prSet presAssocID="{ECF733BF-0816-4D14-8AB0-38F45DBBBEB6}" presName="Name0" presStyleCnt="0">
        <dgm:presLayoutVars>
          <dgm:dir/>
          <dgm:animLvl val="lvl"/>
          <dgm:resizeHandles val="exact"/>
        </dgm:presLayoutVars>
      </dgm:prSet>
      <dgm:spPr/>
    </dgm:pt>
    <dgm:pt modelId="{66E8FBDE-EB9F-4050-88B6-C04B6433AA9E}" type="pres">
      <dgm:prSet presAssocID="{F718E425-3A67-4FE1-993F-653ED0ED79FF}" presName="vertFlow" presStyleCnt="0"/>
      <dgm:spPr/>
    </dgm:pt>
    <dgm:pt modelId="{3FDCD305-71C8-4A2A-8B92-8A760DD415BC}" type="pres">
      <dgm:prSet presAssocID="{F718E425-3A67-4FE1-993F-653ED0ED79FF}" presName="header" presStyleLbl="node1" presStyleIdx="0" presStyleCnt="2"/>
      <dgm:spPr/>
    </dgm:pt>
    <dgm:pt modelId="{97FFDDEE-C452-417D-A2E0-6D2BA26C4B10}" type="pres">
      <dgm:prSet presAssocID="{C453E75F-2810-434E-B7C3-6D3352ECB7F9}" presName="parTrans" presStyleLbl="sibTrans2D1" presStyleIdx="0" presStyleCnt="9"/>
      <dgm:spPr/>
    </dgm:pt>
    <dgm:pt modelId="{06776F6F-A27B-4D55-A0FA-16B345D7306B}" type="pres">
      <dgm:prSet presAssocID="{88839ADC-F942-4C70-82DD-198F678625DE}" presName="child" presStyleLbl="alignAccFollowNode1" presStyleIdx="0" presStyleCnt="9">
        <dgm:presLayoutVars>
          <dgm:chMax val="0"/>
          <dgm:bulletEnabled val="1"/>
        </dgm:presLayoutVars>
      </dgm:prSet>
      <dgm:spPr/>
    </dgm:pt>
    <dgm:pt modelId="{912629D2-94BE-4E84-AAB5-69ECAAFA1AD4}" type="pres">
      <dgm:prSet presAssocID="{8979BF8C-8321-4DD9-B237-C58289ACA98A}" presName="sibTrans" presStyleLbl="sibTrans2D1" presStyleIdx="1" presStyleCnt="9"/>
      <dgm:spPr/>
    </dgm:pt>
    <dgm:pt modelId="{EF647216-B515-4AB4-BE46-705F7EA08305}" type="pres">
      <dgm:prSet presAssocID="{C556D1EE-77BA-4152-96B3-0B4BA1475F7F}" presName="child" presStyleLbl="alignAccFollowNode1" presStyleIdx="1" presStyleCnt="9">
        <dgm:presLayoutVars>
          <dgm:chMax val="0"/>
          <dgm:bulletEnabled val="1"/>
        </dgm:presLayoutVars>
      </dgm:prSet>
      <dgm:spPr/>
    </dgm:pt>
    <dgm:pt modelId="{6B528D6E-CDB0-4C11-8EE6-B47C54D81C35}" type="pres">
      <dgm:prSet presAssocID="{F973D34C-9DF8-446A-B8ED-D7D71EA58C9B}" presName="sibTrans" presStyleLbl="sibTrans2D1" presStyleIdx="2" presStyleCnt="9"/>
      <dgm:spPr/>
    </dgm:pt>
    <dgm:pt modelId="{EF204474-4173-4C8D-8C3A-48C523370457}" type="pres">
      <dgm:prSet presAssocID="{66BE6F0F-44A2-4846-8E3A-122D026BB37B}" presName="child" presStyleLbl="alignAccFollowNode1" presStyleIdx="2" presStyleCnt="9">
        <dgm:presLayoutVars>
          <dgm:chMax val="0"/>
          <dgm:bulletEnabled val="1"/>
        </dgm:presLayoutVars>
      </dgm:prSet>
      <dgm:spPr/>
    </dgm:pt>
    <dgm:pt modelId="{941C35F4-8D85-4924-A110-E4BC54F6072F}" type="pres">
      <dgm:prSet presAssocID="{9CEB1102-92E6-446D-8799-87979B216C0E}" presName="sibTrans" presStyleLbl="sibTrans2D1" presStyleIdx="3" presStyleCnt="9"/>
      <dgm:spPr/>
    </dgm:pt>
    <dgm:pt modelId="{BB106222-28D6-44F4-9EA8-C280C6F38297}" type="pres">
      <dgm:prSet presAssocID="{43461846-68AD-4D6B-8E39-66973E566C7D}" presName="child" presStyleLbl="alignAccFollowNode1" presStyleIdx="3" presStyleCnt="9">
        <dgm:presLayoutVars>
          <dgm:chMax val="0"/>
          <dgm:bulletEnabled val="1"/>
        </dgm:presLayoutVars>
      </dgm:prSet>
      <dgm:spPr/>
    </dgm:pt>
    <dgm:pt modelId="{9BFB5D66-1B92-4C53-8FC2-16C51CD514D6}" type="pres">
      <dgm:prSet presAssocID="{972D4CD3-C8F2-4A40-A7DC-544AEAB35F8A}" presName="sibTrans" presStyleLbl="sibTrans2D1" presStyleIdx="4" presStyleCnt="9"/>
      <dgm:spPr/>
    </dgm:pt>
    <dgm:pt modelId="{41660A10-38CD-4306-89E1-3101F18D921C}" type="pres">
      <dgm:prSet presAssocID="{A4B4259F-003C-4C4E-8A86-A574359CFF17}" presName="child" presStyleLbl="alignAccFollowNode1" presStyleIdx="4" presStyleCnt="9">
        <dgm:presLayoutVars>
          <dgm:chMax val="0"/>
          <dgm:bulletEnabled val="1"/>
        </dgm:presLayoutVars>
      </dgm:prSet>
      <dgm:spPr/>
    </dgm:pt>
    <dgm:pt modelId="{187D5A96-0852-4B47-86A9-45A6979EB650}" type="pres">
      <dgm:prSet presAssocID="{C0CF4B39-1EE3-494F-BAF6-D2518ED55DFF}" presName="sibTrans" presStyleLbl="sibTrans2D1" presStyleIdx="5" presStyleCnt="9"/>
      <dgm:spPr/>
    </dgm:pt>
    <dgm:pt modelId="{C1B7CA55-67ED-446D-9A33-9022B8AEA4F2}" type="pres">
      <dgm:prSet presAssocID="{17F1332A-7610-410F-84EC-DA00C330A4CC}" presName="child" presStyleLbl="alignAccFollowNode1" presStyleIdx="5" presStyleCnt="9">
        <dgm:presLayoutVars>
          <dgm:chMax val="0"/>
          <dgm:bulletEnabled val="1"/>
        </dgm:presLayoutVars>
      </dgm:prSet>
      <dgm:spPr/>
    </dgm:pt>
    <dgm:pt modelId="{7432B990-A13F-47AB-B7CE-C12336B17CD0}" type="pres">
      <dgm:prSet presAssocID="{F718E425-3A67-4FE1-993F-653ED0ED79FF}" presName="hSp" presStyleCnt="0"/>
      <dgm:spPr/>
    </dgm:pt>
    <dgm:pt modelId="{B24B65FB-FE5F-45E6-ACB7-14E9A5CFBD8F}" type="pres">
      <dgm:prSet presAssocID="{DB40065B-4332-45BD-85CA-94239C15207A}" presName="vertFlow" presStyleCnt="0"/>
      <dgm:spPr/>
    </dgm:pt>
    <dgm:pt modelId="{78C4743F-91C4-4079-A2A1-DF6C7C484DE3}" type="pres">
      <dgm:prSet presAssocID="{DB40065B-4332-45BD-85CA-94239C15207A}" presName="header" presStyleLbl="node1" presStyleIdx="1" presStyleCnt="2"/>
      <dgm:spPr/>
    </dgm:pt>
    <dgm:pt modelId="{E24B5898-C8DE-4737-BC1B-626F23EBDD40}" type="pres">
      <dgm:prSet presAssocID="{93ED2E37-E53D-4852-85BD-BF166B8C07BC}" presName="parTrans" presStyleLbl="sibTrans2D1" presStyleIdx="6" presStyleCnt="9"/>
      <dgm:spPr/>
    </dgm:pt>
    <dgm:pt modelId="{9CD00810-73DD-49BC-81CE-0749E4BFA7B9}" type="pres">
      <dgm:prSet presAssocID="{3216996E-AD1F-40FD-9201-8A1AD506BDA1}" presName="child" presStyleLbl="alignAccFollowNode1" presStyleIdx="6" presStyleCnt="9">
        <dgm:presLayoutVars>
          <dgm:chMax val="0"/>
          <dgm:bulletEnabled val="1"/>
        </dgm:presLayoutVars>
      </dgm:prSet>
      <dgm:spPr/>
    </dgm:pt>
    <dgm:pt modelId="{780C4D8D-0781-4729-A095-7E6C7D90D74F}" type="pres">
      <dgm:prSet presAssocID="{FB6E8F04-B8E6-4894-A04B-C5D01F7F3AB4}" presName="sibTrans" presStyleLbl="sibTrans2D1" presStyleIdx="7" presStyleCnt="9"/>
      <dgm:spPr/>
    </dgm:pt>
    <dgm:pt modelId="{7C5ABE2F-F121-4B25-B002-49B4F3CA2DD0}" type="pres">
      <dgm:prSet presAssocID="{C2BD775D-6263-43FE-96B6-60770F5D3BE0}" presName="child" presStyleLbl="alignAccFollowNode1" presStyleIdx="7" presStyleCnt="9">
        <dgm:presLayoutVars>
          <dgm:chMax val="0"/>
          <dgm:bulletEnabled val="1"/>
        </dgm:presLayoutVars>
      </dgm:prSet>
      <dgm:spPr/>
    </dgm:pt>
    <dgm:pt modelId="{6F7BABEF-56C6-4EB9-9297-EDAF012AC593}" type="pres">
      <dgm:prSet presAssocID="{5056BA45-C8C7-4D10-B7EC-B5109A0B3E6A}" presName="sibTrans" presStyleLbl="sibTrans2D1" presStyleIdx="8" presStyleCnt="9"/>
      <dgm:spPr/>
    </dgm:pt>
    <dgm:pt modelId="{89687FB6-2F28-4FB9-9FA8-EDB8FEE84FC1}" type="pres">
      <dgm:prSet presAssocID="{962933E0-C5D2-49D6-B18A-A0DD1DD12A7F}" presName="child" presStyleLbl="alignAccFollowNode1" presStyleIdx="8" presStyleCnt="9">
        <dgm:presLayoutVars>
          <dgm:chMax val="0"/>
          <dgm:bulletEnabled val="1"/>
        </dgm:presLayoutVars>
      </dgm:prSet>
      <dgm:spPr/>
    </dgm:pt>
  </dgm:ptLst>
  <dgm:cxnLst>
    <dgm:cxn modelId="{0D07A304-55BE-4563-AE95-4C420275F992}" srcId="{F718E425-3A67-4FE1-993F-653ED0ED79FF}" destId="{17F1332A-7610-410F-84EC-DA00C330A4CC}" srcOrd="5" destOrd="0" parTransId="{801D3DFD-83EE-4EA3-8903-A09D833D4D6C}" sibTransId="{B5CE81A9-9D1F-4AEB-91EA-339D850BEEF6}"/>
    <dgm:cxn modelId="{D444600E-240C-41B1-8B53-8D4454919F67}" srcId="{F718E425-3A67-4FE1-993F-653ED0ED79FF}" destId="{A4B4259F-003C-4C4E-8A86-A574359CFF17}" srcOrd="4" destOrd="0" parTransId="{93492A4B-EFEC-4D92-B761-20AAC26DAA01}" sibTransId="{C0CF4B39-1EE3-494F-BAF6-D2518ED55DFF}"/>
    <dgm:cxn modelId="{0B09B312-0C3D-43B6-B8AB-E4A892D293FC}" type="presOf" srcId="{9CEB1102-92E6-446D-8799-87979B216C0E}" destId="{941C35F4-8D85-4924-A110-E4BC54F6072F}" srcOrd="0" destOrd="0" presId="urn:microsoft.com/office/officeart/2005/8/layout/lProcess1"/>
    <dgm:cxn modelId="{3B561D15-158E-4902-BE59-2ACD81E450B0}" type="presOf" srcId="{C556D1EE-77BA-4152-96B3-0B4BA1475F7F}" destId="{EF647216-B515-4AB4-BE46-705F7EA08305}" srcOrd="0" destOrd="0" presId="urn:microsoft.com/office/officeart/2005/8/layout/lProcess1"/>
    <dgm:cxn modelId="{FA293A19-6E13-4F43-9D01-ABF085B54B2B}" type="presOf" srcId="{972D4CD3-C8F2-4A40-A7DC-544AEAB35F8A}" destId="{9BFB5D66-1B92-4C53-8FC2-16C51CD514D6}" srcOrd="0" destOrd="0" presId="urn:microsoft.com/office/officeart/2005/8/layout/lProcess1"/>
    <dgm:cxn modelId="{C7640720-57A7-407D-B532-388C4038D0A7}" type="presOf" srcId="{962933E0-C5D2-49D6-B18A-A0DD1DD12A7F}" destId="{89687FB6-2F28-4FB9-9FA8-EDB8FEE84FC1}" srcOrd="0" destOrd="0" presId="urn:microsoft.com/office/officeart/2005/8/layout/lProcess1"/>
    <dgm:cxn modelId="{5DA8CF26-4213-48D8-8446-DDB7F3F22A83}" type="presOf" srcId="{ECF733BF-0816-4D14-8AB0-38F45DBBBEB6}" destId="{A902FADE-E5EA-4200-A5BC-D6F863EC9040}" srcOrd="0" destOrd="0" presId="urn:microsoft.com/office/officeart/2005/8/layout/lProcess1"/>
    <dgm:cxn modelId="{792CC02C-16E6-4022-BC44-1116BEB7590C}" srcId="{DB40065B-4332-45BD-85CA-94239C15207A}" destId="{962933E0-C5D2-49D6-B18A-A0DD1DD12A7F}" srcOrd="2" destOrd="0" parTransId="{F03E18C0-9AA9-472E-B1A0-49257198DFBC}" sibTransId="{EF7CEA62-3448-4D83-96CC-4F7A21A59B1B}"/>
    <dgm:cxn modelId="{5BAB2C2D-EE9F-4994-9095-FCD9A3C4C919}" srcId="{DB40065B-4332-45BD-85CA-94239C15207A}" destId="{3216996E-AD1F-40FD-9201-8A1AD506BDA1}" srcOrd="0" destOrd="0" parTransId="{93ED2E37-E53D-4852-85BD-BF166B8C07BC}" sibTransId="{FB6E8F04-B8E6-4894-A04B-C5D01F7F3AB4}"/>
    <dgm:cxn modelId="{7B896F2D-E6AC-407B-B256-D05F64B1F9B5}" type="presOf" srcId="{66BE6F0F-44A2-4846-8E3A-122D026BB37B}" destId="{EF204474-4173-4C8D-8C3A-48C523370457}" srcOrd="0" destOrd="0" presId="urn:microsoft.com/office/officeart/2005/8/layout/lProcess1"/>
    <dgm:cxn modelId="{245F3E2F-9C09-4151-9716-A608BCF75B1F}" type="presOf" srcId="{C2BD775D-6263-43FE-96B6-60770F5D3BE0}" destId="{7C5ABE2F-F121-4B25-B002-49B4F3CA2DD0}" srcOrd="0" destOrd="0" presId="urn:microsoft.com/office/officeart/2005/8/layout/lProcess1"/>
    <dgm:cxn modelId="{F062ED38-D568-48C4-8DBF-BACAB6211D10}" srcId="{F718E425-3A67-4FE1-993F-653ED0ED79FF}" destId="{66BE6F0F-44A2-4846-8E3A-122D026BB37B}" srcOrd="2" destOrd="0" parTransId="{A28A7D87-FE4A-4A8E-B56F-B714F2D41C3E}" sibTransId="{9CEB1102-92E6-446D-8799-87979B216C0E}"/>
    <dgm:cxn modelId="{D378B342-7B85-4ECE-82D9-BCB1CB740BD2}" type="presOf" srcId="{8979BF8C-8321-4DD9-B237-C58289ACA98A}" destId="{912629D2-94BE-4E84-AAB5-69ECAAFA1AD4}" srcOrd="0" destOrd="0" presId="urn:microsoft.com/office/officeart/2005/8/layout/lProcess1"/>
    <dgm:cxn modelId="{270F1764-9546-4455-A76C-50B97C938C9D}" type="presOf" srcId="{17F1332A-7610-410F-84EC-DA00C330A4CC}" destId="{C1B7CA55-67ED-446D-9A33-9022B8AEA4F2}" srcOrd="0" destOrd="0" presId="urn:microsoft.com/office/officeart/2005/8/layout/lProcess1"/>
    <dgm:cxn modelId="{E5AED969-1F2C-4996-B561-94BBCFDA162F}" type="presOf" srcId="{C0CF4B39-1EE3-494F-BAF6-D2518ED55DFF}" destId="{187D5A96-0852-4B47-86A9-45A6979EB650}" srcOrd="0" destOrd="0" presId="urn:microsoft.com/office/officeart/2005/8/layout/lProcess1"/>
    <dgm:cxn modelId="{70AF4E6F-4593-4DA9-854E-05EB74FA19B6}" srcId="{F718E425-3A67-4FE1-993F-653ED0ED79FF}" destId="{88839ADC-F942-4C70-82DD-198F678625DE}" srcOrd="0" destOrd="0" parTransId="{C453E75F-2810-434E-B7C3-6D3352ECB7F9}" sibTransId="{8979BF8C-8321-4DD9-B237-C58289ACA98A}"/>
    <dgm:cxn modelId="{8EAC924F-9EC3-4EA1-AF7E-1DD2D4EDFFDC}" type="presOf" srcId="{FB6E8F04-B8E6-4894-A04B-C5D01F7F3AB4}" destId="{780C4D8D-0781-4729-A095-7E6C7D90D74F}" srcOrd="0" destOrd="0" presId="urn:microsoft.com/office/officeart/2005/8/layout/lProcess1"/>
    <dgm:cxn modelId="{83548752-19DD-4FC6-BC0E-52B0BA7AE5FA}" type="presOf" srcId="{C453E75F-2810-434E-B7C3-6D3352ECB7F9}" destId="{97FFDDEE-C452-417D-A2E0-6D2BA26C4B10}" srcOrd="0" destOrd="0" presId="urn:microsoft.com/office/officeart/2005/8/layout/lProcess1"/>
    <dgm:cxn modelId="{7A557575-50FB-4556-8EF9-79E45D5438A5}" type="presOf" srcId="{DB40065B-4332-45BD-85CA-94239C15207A}" destId="{78C4743F-91C4-4079-A2A1-DF6C7C484DE3}" srcOrd="0" destOrd="0" presId="urn:microsoft.com/office/officeart/2005/8/layout/lProcess1"/>
    <dgm:cxn modelId="{535D0457-0865-4C5C-ADDA-FDE705C0292E}" type="presOf" srcId="{93ED2E37-E53D-4852-85BD-BF166B8C07BC}" destId="{E24B5898-C8DE-4737-BC1B-626F23EBDD40}" srcOrd="0" destOrd="0" presId="urn:microsoft.com/office/officeart/2005/8/layout/lProcess1"/>
    <dgm:cxn modelId="{F406787B-5B00-4868-B92D-3311F7221EDD}" type="presOf" srcId="{3216996E-AD1F-40FD-9201-8A1AD506BDA1}" destId="{9CD00810-73DD-49BC-81CE-0749E4BFA7B9}" srcOrd="0" destOrd="0" presId="urn:microsoft.com/office/officeart/2005/8/layout/lProcess1"/>
    <dgm:cxn modelId="{90414B7C-D4FE-46BB-9FD3-D8690E596B60}" srcId="{DB40065B-4332-45BD-85CA-94239C15207A}" destId="{C2BD775D-6263-43FE-96B6-60770F5D3BE0}" srcOrd="1" destOrd="0" parTransId="{FEAB09E4-1092-42DC-B5B7-25EF85B58D79}" sibTransId="{5056BA45-C8C7-4D10-B7EC-B5109A0B3E6A}"/>
    <dgm:cxn modelId="{DAD9D282-1744-4C85-B5F8-66012EFC9043}" srcId="{F718E425-3A67-4FE1-993F-653ED0ED79FF}" destId="{C556D1EE-77BA-4152-96B3-0B4BA1475F7F}" srcOrd="1" destOrd="0" parTransId="{C4360A76-6C3F-480B-A125-3E1082A10FF1}" sibTransId="{F973D34C-9DF8-446A-B8ED-D7D71EA58C9B}"/>
    <dgm:cxn modelId="{F3FBB68B-10EA-48BE-960C-07D62D015966}" type="presOf" srcId="{F973D34C-9DF8-446A-B8ED-D7D71EA58C9B}" destId="{6B528D6E-CDB0-4C11-8EE6-B47C54D81C35}" srcOrd="0" destOrd="0" presId="urn:microsoft.com/office/officeart/2005/8/layout/lProcess1"/>
    <dgm:cxn modelId="{90C866A6-3842-4CB6-8086-5AB36E3CC3A8}" srcId="{ECF733BF-0816-4D14-8AB0-38F45DBBBEB6}" destId="{DB40065B-4332-45BD-85CA-94239C15207A}" srcOrd="1" destOrd="0" parTransId="{24E73151-4456-460D-AE45-CF8FA20AE943}" sibTransId="{C4C04EE4-924B-47D5-B1A9-E2E3225E5FBC}"/>
    <dgm:cxn modelId="{0F252FB2-4B48-44CD-B320-DD95A521D295}" type="presOf" srcId="{A4B4259F-003C-4C4E-8A86-A574359CFF17}" destId="{41660A10-38CD-4306-89E1-3101F18D921C}" srcOrd="0" destOrd="0" presId="urn:microsoft.com/office/officeart/2005/8/layout/lProcess1"/>
    <dgm:cxn modelId="{EB5EABB8-4368-4B7F-9D88-275168C37B31}" type="presOf" srcId="{43461846-68AD-4D6B-8E39-66973E566C7D}" destId="{BB106222-28D6-44F4-9EA8-C280C6F38297}" srcOrd="0" destOrd="0" presId="urn:microsoft.com/office/officeart/2005/8/layout/lProcess1"/>
    <dgm:cxn modelId="{7BBA22C1-6045-41F8-B0C2-BF1AA387E507}" type="presOf" srcId="{5056BA45-C8C7-4D10-B7EC-B5109A0B3E6A}" destId="{6F7BABEF-56C6-4EB9-9297-EDAF012AC593}" srcOrd="0" destOrd="0" presId="urn:microsoft.com/office/officeart/2005/8/layout/lProcess1"/>
    <dgm:cxn modelId="{CF12ADD3-8B39-4B09-B513-E7EDB121488C}" srcId="{ECF733BF-0816-4D14-8AB0-38F45DBBBEB6}" destId="{F718E425-3A67-4FE1-993F-653ED0ED79FF}" srcOrd="0" destOrd="0" parTransId="{F7F2DF02-97A4-4794-BEC0-1AE85D883FE8}" sibTransId="{23EDBD10-FC9C-4891-8BD6-CC7580FFBBFA}"/>
    <dgm:cxn modelId="{6C1993D8-8F78-43F2-AEA2-3F05CBE7EB04}" srcId="{F718E425-3A67-4FE1-993F-653ED0ED79FF}" destId="{43461846-68AD-4D6B-8E39-66973E566C7D}" srcOrd="3" destOrd="0" parTransId="{BF02EC1B-59A9-4396-8A11-06E8FFDBDFFE}" sibTransId="{972D4CD3-C8F2-4A40-A7DC-544AEAB35F8A}"/>
    <dgm:cxn modelId="{FA3511DF-D27C-40F9-BC74-55CA81A03BEB}" type="presOf" srcId="{88839ADC-F942-4C70-82DD-198F678625DE}" destId="{06776F6F-A27B-4D55-A0FA-16B345D7306B}" srcOrd="0" destOrd="0" presId="urn:microsoft.com/office/officeart/2005/8/layout/lProcess1"/>
    <dgm:cxn modelId="{95F73DE8-F773-474D-8DD1-842C3A51D79D}" type="presOf" srcId="{F718E425-3A67-4FE1-993F-653ED0ED79FF}" destId="{3FDCD305-71C8-4A2A-8B92-8A760DD415BC}" srcOrd="0" destOrd="0" presId="urn:microsoft.com/office/officeart/2005/8/layout/lProcess1"/>
    <dgm:cxn modelId="{7E00E324-4B30-49F8-B87E-12A8558F2082}" type="presParOf" srcId="{A902FADE-E5EA-4200-A5BC-D6F863EC9040}" destId="{66E8FBDE-EB9F-4050-88B6-C04B6433AA9E}" srcOrd="0" destOrd="0" presId="urn:microsoft.com/office/officeart/2005/8/layout/lProcess1"/>
    <dgm:cxn modelId="{7D346C81-E86E-48C1-897F-8140EB0C3171}" type="presParOf" srcId="{66E8FBDE-EB9F-4050-88B6-C04B6433AA9E}" destId="{3FDCD305-71C8-4A2A-8B92-8A760DD415BC}" srcOrd="0" destOrd="0" presId="urn:microsoft.com/office/officeart/2005/8/layout/lProcess1"/>
    <dgm:cxn modelId="{E8F5949F-DAF2-4890-BC62-6B8CF608DB08}" type="presParOf" srcId="{66E8FBDE-EB9F-4050-88B6-C04B6433AA9E}" destId="{97FFDDEE-C452-417D-A2E0-6D2BA26C4B10}" srcOrd="1" destOrd="0" presId="urn:microsoft.com/office/officeart/2005/8/layout/lProcess1"/>
    <dgm:cxn modelId="{B630C154-A50F-4021-8425-231BB45C6038}" type="presParOf" srcId="{66E8FBDE-EB9F-4050-88B6-C04B6433AA9E}" destId="{06776F6F-A27B-4D55-A0FA-16B345D7306B}" srcOrd="2" destOrd="0" presId="urn:microsoft.com/office/officeart/2005/8/layout/lProcess1"/>
    <dgm:cxn modelId="{2ACF26E2-4594-44CB-ACB5-61D2DC67ACAF}" type="presParOf" srcId="{66E8FBDE-EB9F-4050-88B6-C04B6433AA9E}" destId="{912629D2-94BE-4E84-AAB5-69ECAAFA1AD4}" srcOrd="3" destOrd="0" presId="urn:microsoft.com/office/officeart/2005/8/layout/lProcess1"/>
    <dgm:cxn modelId="{2BD3FD3E-0F13-40B9-A0A9-5F55CD2F9E19}" type="presParOf" srcId="{66E8FBDE-EB9F-4050-88B6-C04B6433AA9E}" destId="{EF647216-B515-4AB4-BE46-705F7EA08305}" srcOrd="4" destOrd="0" presId="urn:microsoft.com/office/officeart/2005/8/layout/lProcess1"/>
    <dgm:cxn modelId="{E67CF736-ADD6-47B8-B06D-D290149CABC1}" type="presParOf" srcId="{66E8FBDE-EB9F-4050-88B6-C04B6433AA9E}" destId="{6B528D6E-CDB0-4C11-8EE6-B47C54D81C35}" srcOrd="5" destOrd="0" presId="urn:microsoft.com/office/officeart/2005/8/layout/lProcess1"/>
    <dgm:cxn modelId="{4E67ACC2-5783-4D58-81CE-C1D87913714E}" type="presParOf" srcId="{66E8FBDE-EB9F-4050-88B6-C04B6433AA9E}" destId="{EF204474-4173-4C8D-8C3A-48C523370457}" srcOrd="6" destOrd="0" presId="urn:microsoft.com/office/officeart/2005/8/layout/lProcess1"/>
    <dgm:cxn modelId="{6616A4C1-2955-4530-9B94-A54F6E7C9006}" type="presParOf" srcId="{66E8FBDE-EB9F-4050-88B6-C04B6433AA9E}" destId="{941C35F4-8D85-4924-A110-E4BC54F6072F}" srcOrd="7" destOrd="0" presId="urn:microsoft.com/office/officeart/2005/8/layout/lProcess1"/>
    <dgm:cxn modelId="{050DA985-A097-497E-830A-227EF383800A}" type="presParOf" srcId="{66E8FBDE-EB9F-4050-88B6-C04B6433AA9E}" destId="{BB106222-28D6-44F4-9EA8-C280C6F38297}" srcOrd="8" destOrd="0" presId="urn:microsoft.com/office/officeart/2005/8/layout/lProcess1"/>
    <dgm:cxn modelId="{2BC5A748-CEA6-4FEE-9477-D4A8ECBCB9A4}" type="presParOf" srcId="{66E8FBDE-EB9F-4050-88B6-C04B6433AA9E}" destId="{9BFB5D66-1B92-4C53-8FC2-16C51CD514D6}" srcOrd="9" destOrd="0" presId="urn:microsoft.com/office/officeart/2005/8/layout/lProcess1"/>
    <dgm:cxn modelId="{478D9966-42B1-4F63-8BBD-E6B983CE1816}" type="presParOf" srcId="{66E8FBDE-EB9F-4050-88B6-C04B6433AA9E}" destId="{41660A10-38CD-4306-89E1-3101F18D921C}" srcOrd="10" destOrd="0" presId="urn:microsoft.com/office/officeart/2005/8/layout/lProcess1"/>
    <dgm:cxn modelId="{3893B5C2-D14B-4784-84A4-910A2E0DF8C4}" type="presParOf" srcId="{66E8FBDE-EB9F-4050-88B6-C04B6433AA9E}" destId="{187D5A96-0852-4B47-86A9-45A6979EB650}" srcOrd="11" destOrd="0" presId="urn:microsoft.com/office/officeart/2005/8/layout/lProcess1"/>
    <dgm:cxn modelId="{B59A97E8-329A-4DF8-8BB4-4EF37F4493CA}" type="presParOf" srcId="{66E8FBDE-EB9F-4050-88B6-C04B6433AA9E}" destId="{C1B7CA55-67ED-446D-9A33-9022B8AEA4F2}" srcOrd="12" destOrd="0" presId="urn:microsoft.com/office/officeart/2005/8/layout/lProcess1"/>
    <dgm:cxn modelId="{8096E829-1C09-4936-8BD2-12C81FB9E030}" type="presParOf" srcId="{A902FADE-E5EA-4200-A5BC-D6F863EC9040}" destId="{7432B990-A13F-47AB-B7CE-C12336B17CD0}" srcOrd="1" destOrd="0" presId="urn:microsoft.com/office/officeart/2005/8/layout/lProcess1"/>
    <dgm:cxn modelId="{0A5A2EC9-6866-45A8-85DF-CC8024A18C99}" type="presParOf" srcId="{A902FADE-E5EA-4200-A5BC-D6F863EC9040}" destId="{B24B65FB-FE5F-45E6-ACB7-14E9A5CFBD8F}" srcOrd="2" destOrd="0" presId="urn:microsoft.com/office/officeart/2005/8/layout/lProcess1"/>
    <dgm:cxn modelId="{DDDA5C92-1828-44F4-AD3A-6FBE610C851E}" type="presParOf" srcId="{B24B65FB-FE5F-45E6-ACB7-14E9A5CFBD8F}" destId="{78C4743F-91C4-4079-A2A1-DF6C7C484DE3}" srcOrd="0" destOrd="0" presId="urn:microsoft.com/office/officeart/2005/8/layout/lProcess1"/>
    <dgm:cxn modelId="{56053468-1615-43BD-8271-2D2AED14E688}" type="presParOf" srcId="{B24B65FB-FE5F-45E6-ACB7-14E9A5CFBD8F}" destId="{E24B5898-C8DE-4737-BC1B-626F23EBDD40}" srcOrd="1" destOrd="0" presId="urn:microsoft.com/office/officeart/2005/8/layout/lProcess1"/>
    <dgm:cxn modelId="{1DBA934E-4F86-4338-95BD-0E3F95390D33}" type="presParOf" srcId="{B24B65FB-FE5F-45E6-ACB7-14E9A5CFBD8F}" destId="{9CD00810-73DD-49BC-81CE-0749E4BFA7B9}" srcOrd="2" destOrd="0" presId="urn:microsoft.com/office/officeart/2005/8/layout/lProcess1"/>
    <dgm:cxn modelId="{DDB99B06-D317-4A41-887A-0566EB54A86F}" type="presParOf" srcId="{B24B65FB-FE5F-45E6-ACB7-14E9A5CFBD8F}" destId="{780C4D8D-0781-4729-A095-7E6C7D90D74F}" srcOrd="3" destOrd="0" presId="urn:microsoft.com/office/officeart/2005/8/layout/lProcess1"/>
    <dgm:cxn modelId="{644E77D6-26BB-4E19-817C-0C173193FA1A}" type="presParOf" srcId="{B24B65FB-FE5F-45E6-ACB7-14E9A5CFBD8F}" destId="{7C5ABE2F-F121-4B25-B002-49B4F3CA2DD0}" srcOrd="4" destOrd="0" presId="urn:microsoft.com/office/officeart/2005/8/layout/lProcess1"/>
    <dgm:cxn modelId="{483A2C66-156F-4D87-9C47-6C9712F81451}" type="presParOf" srcId="{B24B65FB-FE5F-45E6-ACB7-14E9A5CFBD8F}" destId="{6F7BABEF-56C6-4EB9-9297-EDAF012AC593}" srcOrd="5" destOrd="0" presId="urn:microsoft.com/office/officeart/2005/8/layout/lProcess1"/>
    <dgm:cxn modelId="{F0F3C20A-D515-41BB-BEF2-5BBA1E52E498}" type="presParOf" srcId="{B24B65FB-FE5F-45E6-ACB7-14E9A5CFBD8F}" destId="{89687FB6-2F28-4FB9-9FA8-EDB8FEE84FC1}" srcOrd="6"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F7FAFCD-0B42-4E24-AC8E-B95CCBD3A03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0B4AA52-6602-41A1-B1AF-FED29612F405}">
      <dgm:prSet/>
      <dgm:spPr/>
      <dgm:t>
        <a:bodyPr/>
        <a:lstStyle/>
        <a:p>
          <a:pPr>
            <a:lnSpc>
              <a:spcPct val="100000"/>
            </a:lnSpc>
          </a:pPr>
          <a:r>
            <a:rPr lang="en-US"/>
            <a:t>Reformat Data to Monthly</a:t>
          </a:r>
        </a:p>
      </dgm:t>
    </dgm:pt>
    <dgm:pt modelId="{D3AA6C59-DF2C-4218-91A4-BB122B9409B8}" type="parTrans" cxnId="{664654B2-A721-4B32-A6E8-D9B5E4F47D13}">
      <dgm:prSet/>
      <dgm:spPr/>
      <dgm:t>
        <a:bodyPr/>
        <a:lstStyle/>
        <a:p>
          <a:endParaRPr lang="en-US"/>
        </a:p>
      </dgm:t>
    </dgm:pt>
    <dgm:pt modelId="{9DDACAEF-2988-45B9-87CB-69A4C293E34F}" type="sibTrans" cxnId="{664654B2-A721-4B32-A6E8-D9B5E4F47D13}">
      <dgm:prSet/>
      <dgm:spPr/>
      <dgm:t>
        <a:bodyPr/>
        <a:lstStyle/>
        <a:p>
          <a:endParaRPr lang="en-US"/>
        </a:p>
      </dgm:t>
    </dgm:pt>
    <dgm:pt modelId="{B45E9C55-04B2-41BF-A2F9-981158A0E796}">
      <dgm:prSet/>
      <dgm:spPr/>
      <dgm:t>
        <a:bodyPr/>
        <a:lstStyle/>
        <a:p>
          <a:pPr>
            <a:lnSpc>
              <a:spcPct val="100000"/>
            </a:lnSpc>
          </a:pPr>
          <a:r>
            <a:rPr lang="en-US"/>
            <a:t>Resampling</a:t>
          </a:r>
        </a:p>
      </dgm:t>
    </dgm:pt>
    <dgm:pt modelId="{16ABD081-AE9A-4781-A73F-9FE6F75B754D}" type="parTrans" cxnId="{3004FE84-16A4-48F9-87EE-1D07796D66D5}">
      <dgm:prSet/>
      <dgm:spPr/>
      <dgm:t>
        <a:bodyPr/>
        <a:lstStyle/>
        <a:p>
          <a:endParaRPr lang="en-US"/>
        </a:p>
      </dgm:t>
    </dgm:pt>
    <dgm:pt modelId="{7C5B0B20-FA04-4235-AFCF-3C198353DA24}" type="sibTrans" cxnId="{3004FE84-16A4-48F9-87EE-1D07796D66D5}">
      <dgm:prSet/>
      <dgm:spPr/>
      <dgm:t>
        <a:bodyPr/>
        <a:lstStyle/>
        <a:p>
          <a:endParaRPr lang="en-US"/>
        </a:p>
      </dgm:t>
    </dgm:pt>
    <dgm:pt modelId="{16629D9A-22D3-4726-A4CB-1867EF4F39F0}">
      <dgm:prSet/>
      <dgm:spPr/>
      <dgm:t>
        <a:bodyPr/>
        <a:lstStyle/>
        <a:p>
          <a:pPr>
            <a:lnSpc>
              <a:spcPct val="100000"/>
            </a:lnSpc>
          </a:pPr>
          <a:r>
            <a:rPr lang="en-US"/>
            <a:t>Forward Fill</a:t>
          </a:r>
        </a:p>
      </dgm:t>
    </dgm:pt>
    <dgm:pt modelId="{F3CA9ED7-7171-440C-81CB-DDDCA5799689}" type="parTrans" cxnId="{7430266C-E98B-4E4B-82AA-A46322F62894}">
      <dgm:prSet/>
      <dgm:spPr/>
      <dgm:t>
        <a:bodyPr/>
        <a:lstStyle/>
        <a:p>
          <a:endParaRPr lang="en-US"/>
        </a:p>
      </dgm:t>
    </dgm:pt>
    <dgm:pt modelId="{62BA94BA-74DB-489C-A799-71669B5C6E37}" type="sibTrans" cxnId="{7430266C-E98B-4E4B-82AA-A46322F62894}">
      <dgm:prSet/>
      <dgm:spPr/>
      <dgm:t>
        <a:bodyPr/>
        <a:lstStyle/>
        <a:p>
          <a:endParaRPr lang="en-US"/>
        </a:p>
      </dgm:t>
    </dgm:pt>
    <dgm:pt modelId="{119B4E8C-6577-41FA-A1B3-9478598369B1}">
      <dgm:prSet/>
      <dgm:spPr/>
      <dgm:t>
        <a:bodyPr/>
        <a:lstStyle/>
        <a:p>
          <a:pPr>
            <a:lnSpc>
              <a:spcPct val="100000"/>
            </a:lnSpc>
          </a:pPr>
          <a:r>
            <a:rPr lang="en-US"/>
            <a:t>Percent Change</a:t>
          </a:r>
        </a:p>
      </dgm:t>
    </dgm:pt>
    <dgm:pt modelId="{AD130C67-B60E-460E-A279-13DC35CDB1FC}" type="parTrans" cxnId="{1A9BC598-4FE3-4CAE-B7C8-E6713EE5A78D}">
      <dgm:prSet/>
      <dgm:spPr/>
      <dgm:t>
        <a:bodyPr/>
        <a:lstStyle/>
        <a:p>
          <a:endParaRPr lang="en-US"/>
        </a:p>
      </dgm:t>
    </dgm:pt>
    <dgm:pt modelId="{E3146052-96AD-4224-A3BB-1D7747D4E874}" type="sibTrans" cxnId="{1A9BC598-4FE3-4CAE-B7C8-E6713EE5A78D}">
      <dgm:prSet/>
      <dgm:spPr/>
      <dgm:t>
        <a:bodyPr/>
        <a:lstStyle/>
        <a:p>
          <a:endParaRPr lang="en-US"/>
        </a:p>
      </dgm:t>
    </dgm:pt>
    <dgm:pt modelId="{BC07C1C7-1630-44D5-B21B-85220D9D97DE}">
      <dgm:prSet/>
      <dgm:spPr/>
      <dgm:t>
        <a:bodyPr/>
        <a:lstStyle/>
        <a:p>
          <a:pPr>
            <a:lnSpc>
              <a:spcPct val="100000"/>
            </a:lnSpc>
          </a:pPr>
          <a:r>
            <a:rPr lang="en-US"/>
            <a:t>Replace Null Values</a:t>
          </a:r>
        </a:p>
      </dgm:t>
    </dgm:pt>
    <dgm:pt modelId="{918DACB7-88BF-4FB5-908D-179CB12A4824}" type="parTrans" cxnId="{6E88CD44-392F-477E-8458-FCF430BE21D3}">
      <dgm:prSet/>
      <dgm:spPr/>
      <dgm:t>
        <a:bodyPr/>
        <a:lstStyle/>
        <a:p>
          <a:endParaRPr lang="en-US"/>
        </a:p>
      </dgm:t>
    </dgm:pt>
    <dgm:pt modelId="{1849133E-44A9-4BE9-BC8F-6106C21D7C7F}" type="sibTrans" cxnId="{6E88CD44-392F-477E-8458-FCF430BE21D3}">
      <dgm:prSet/>
      <dgm:spPr/>
      <dgm:t>
        <a:bodyPr/>
        <a:lstStyle/>
        <a:p>
          <a:endParaRPr lang="en-US"/>
        </a:p>
      </dgm:t>
    </dgm:pt>
    <dgm:pt modelId="{5D39F183-30FA-4A20-9EFA-CD36D379E921}">
      <dgm:prSet/>
      <dgm:spPr/>
      <dgm:t>
        <a:bodyPr/>
        <a:lstStyle/>
        <a:p>
          <a:pPr>
            <a:lnSpc>
              <a:spcPct val="100000"/>
            </a:lnSpc>
          </a:pPr>
          <a:r>
            <a:rPr lang="en-US"/>
            <a:t>Imputation</a:t>
          </a:r>
        </a:p>
      </dgm:t>
    </dgm:pt>
    <dgm:pt modelId="{F926BABA-BA4F-4424-AC41-1A7C8202E732}" type="parTrans" cxnId="{37912E2B-6437-4928-A9A4-2B9A723C8FCA}">
      <dgm:prSet/>
      <dgm:spPr/>
      <dgm:t>
        <a:bodyPr/>
        <a:lstStyle/>
        <a:p>
          <a:endParaRPr lang="en-US"/>
        </a:p>
      </dgm:t>
    </dgm:pt>
    <dgm:pt modelId="{FAC46A54-6A3E-4CEE-9C12-9800A19471D7}" type="sibTrans" cxnId="{37912E2B-6437-4928-A9A4-2B9A723C8FCA}">
      <dgm:prSet/>
      <dgm:spPr/>
      <dgm:t>
        <a:bodyPr/>
        <a:lstStyle/>
        <a:p>
          <a:endParaRPr lang="en-US"/>
        </a:p>
      </dgm:t>
    </dgm:pt>
    <dgm:pt modelId="{9E481C81-46D0-4D4D-B568-A6F5B38130E2}" type="pres">
      <dgm:prSet presAssocID="{8F7FAFCD-0B42-4E24-AC8E-B95CCBD3A033}" presName="root" presStyleCnt="0">
        <dgm:presLayoutVars>
          <dgm:dir/>
          <dgm:resizeHandles val="exact"/>
        </dgm:presLayoutVars>
      </dgm:prSet>
      <dgm:spPr/>
    </dgm:pt>
    <dgm:pt modelId="{FE9DCB76-2D04-4A32-B49C-F1C242B21D6C}" type="pres">
      <dgm:prSet presAssocID="{C0B4AA52-6602-41A1-B1AF-FED29612F405}" presName="compNode" presStyleCnt="0"/>
      <dgm:spPr/>
    </dgm:pt>
    <dgm:pt modelId="{04EA9B1C-A058-486E-BC7B-626C89D4DA8C}" type="pres">
      <dgm:prSet presAssocID="{C0B4AA52-6602-41A1-B1AF-FED29612F405}" presName="bgRect" presStyleLbl="bgShp" presStyleIdx="0" presStyleCnt="3"/>
      <dgm:spPr/>
    </dgm:pt>
    <dgm:pt modelId="{209B8F5D-3989-431E-8076-46A0A323984D}" type="pres">
      <dgm:prSet presAssocID="{C0B4AA52-6602-41A1-B1AF-FED29612F40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ser"/>
        </a:ext>
      </dgm:extLst>
    </dgm:pt>
    <dgm:pt modelId="{1D4A7DB1-7D0E-48EA-9785-209DB547F681}" type="pres">
      <dgm:prSet presAssocID="{C0B4AA52-6602-41A1-B1AF-FED29612F405}" presName="spaceRect" presStyleCnt="0"/>
      <dgm:spPr/>
    </dgm:pt>
    <dgm:pt modelId="{537E2AA5-F044-4652-B988-B94CE3376786}" type="pres">
      <dgm:prSet presAssocID="{C0B4AA52-6602-41A1-B1AF-FED29612F405}" presName="parTx" presStyleLbl="revTx" presStyleIdx="0" presStyleCnt="5">
        <dgm:presLayoutVars>
          <dgm:chMax val="0"/>
          <dgm:chPref val="0"/>
        </dgm:presLayoutVars>
      </dgm:prSet>
      <dgm:spPr/>
    </dgm:pt>
    <dgm:pt modelId="{572DB887-679A-45D6-BDE2-60FD3A8CAF20}" type="pres">
      <dgm:prSet presAssocID="{C0B4AA52-6602-41A1-B1AF-FED29612F405}" presName="desTx" presStyleLbl="revTx" presStyleIdx="1" presStyleCnt="5">
        <dgm:presLayoutVars/>
      </dgm:prSet>
      <dgm:spPr/>
    </dgm:pt>
    <dgm:pt modelId="{98D44A39-AA8E-4571-9D69-52D695FC76CE}" type="pres">
      <dgm:prSet presAssocID="{9DDACAEF-2988-45B9-87CB-69A4C293E34F}" presName="sibTrans" presStyleCnt="0"/>
      <dgm:spPr/>
    </dgm:pt>
    <dgm:pt modelId="{247EF8EC-1861-401A-8870-E11BAAA2B7CD}" type="pres">
      <dgm:prSet presAssocID="{119B4E8C-6577-41FA-A1B3-9478598369B1}" presName="compNode" presStyleCnt="0"/>
      <dgm:spPr/>
    </dgm:pt>
    <dgm:pt modelId="{04A4EF9B-8395-4887-9E07-9810C753DDBB}" type="pres">
      <dgm:prSet presAssocID="{119B4E8C-6577-41FA-A1B3-9478598369B1}" presName="bgRect" presStyleLbl="bgShp" presStyleIdx="1" presStyleCnt="3"/>
      <dgm:spPr/>
    </dgm:pt>
    <dgm:pt modelId="{77F568ED-86C0-408A-BB93-959D288CC426}" type="pres">
      <dgm:prSet presAssocID="{119B4E8C-6577-41FA-A1B3-9478598369B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pward trend"/>
        </a:ext>
      </dgm:extLst>
    </dgm:pt>
    <dgm:pt modelId="{41B3DF7C-4D15-4188-A7C4-169204C783B6}" type="pres">
      <dgm:prSet presAssocID="{119B4E8C-6577-41FA-A1B3-9478598369B1}" presName="spaceRect" presStyleCnt="0"/>
      <dgm:spPr/>
    </dgm:pt>
    <dgm:pt modelId="{D56099BB-D7BE-487E-BE04-8784CE6748DD}" type="pres">
      <dgm:prSet presAssocID="{119B4E8C-6577-41FA-A1B3-9478598369B1}" presName="parTx" presStyleLbl="revTx" presStyleIdx="2" presStyleCnt="5">
        <dgm:presLayoutVars>
          <dgm:chMax val="0"/>
          <dgm:chPref val="0"/>
        </dgm:presLayoutVars>
      </dgm:prSet>
      <dgm:spPr/>
    </dgm:pt>
    <dgm:pt modelId="{0A2FA745-5A4B-4492-BC3F-9539051A542B}" type="pres">
      <dgm:prSet presAssocID="{E3146052-96AD-4224-A3BB-1D7747D4E874}" presName="sibTrans" presStyleCnt="0"/>
      <dgm:spPr/>
    </dgm:pt>
    <dgm:pt modelId="{A025710A-9A0C-42E2-AE8F-F94509D4F991}" type="pres">
      <dgm:prSet presAssocID="{BC07C1C7-1630-44D5-B21B-85220D9D97DE}" presName="compNode" presStyleCnt="0"/>
      <dgm:spPr/>
    </dgm:pt>
    <dgm:pt modelId="{CB7589C6-349D-40CE-8F3A-510064B98D9A}" type="pres">
      <dgm:prSet presAssocID="{BC07C1C7-1630-44D5-B21B-85220D9D97DE}" presName="bgRect" presStyleLbl="bgShp" presStyleIdx="2" presStyleCnt="3"/>
      <dgm:spPr/>
    </dgm:pt>
    <dgm:pt modelId="{6E84D18B-C6A0-46B1-8940-FBF81FBFFFD4}" type="pres">
      <dgm:prSet presAssocID="{BC07C1C7-1630-44D5-B21B-85220D9D97D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52A5D0B4-7038-42AD-A071-68C388126EFD}" type="pres">
      <dgm:prSet presAssocID="{BC07C1C7-1630-44D5-B21B-85220D9D97DE}" presName="spaceRect" presStyleCnt="0"/>
      <dgm:spPr/>
    </dgm:pt>
    <dgm:pt modelId="{969A4D58-7ECF-438F-B7C4-23F123D48E9D}" type="pres">
      <dgm:prSet presAssocID="{BC07C1C7-1630-44D5-B21B-85220D9D97DE}" presName="parTx" presStyleLbl="revTx" presStyleIdx="3" presStyleCnt="5">
        <dgm:presLayoutVars>
          <dgm:chMax val="0"/>
          <dgm:chPref val="0"/>
        </dgm:presLayoutVars>
      </dgm:prSet>
      <dgm:spPr/>
    </dgm:pt>
    <dgm:pt modelId="{8CED2D06-D35E-4B66-B722-767C0B7EE587}" type="pres">
      <dgm:prSet presAssocID="{BC07C1C7-1630-44D5-B21B-85220D9D97DE}" presName="desTx" presStyleLbl="revTx" presStyleIdx="4" presStyleCnt="5">
        <dgm:presLayoutVars/>
      </dgm:prSet>
      <dgm:spPr/>
    </dgm:pt>
  </dgm:ptLst>
  <dgm:cxnLst>
    <dgm:cxn modelId="{CDC13C1B-2C21-4962-A857-B5BD36ECA776}" type="presOf" srcId="{16629D9A-22D3-4726-A4CB-1867EF4F39F0}" destId="{572DB887-679A-45D6-BDE2-60FD3A8CAF20}" srcOrd="0" destOrd="1" presId="urn:microsoft.com/office/officeart/2018/2/layout/IconVerticalSolidList"/>
    <dgm:cxn modelId="{37912E2B-6437-4928-A9A4-2B9A723C8FCA}" srcId="{BC07C1C7-1630-44D5-B21B-85220D9D97DE}" destId="{5D39F183-30FA-4A20-9EFA-CD36D379E921}" srcOrd="0" destOrd="0" parTransId="{F926BABA-BA4F-4424-AC41-1A7C8202E732}" sibTransId="{FAC46A54-6A3E-4CEE-9C12-9800A19471D7}"/>
    <dgm:cxn modelId="{6E88CD44-392F-477E-8458-FCF430BE21D3}" srcId="{8F7FAFCD-0B42-4E24-AC8E-B95CCBD3A033}" destId="{BC07C1C7-1630-44D5-B21B-85220D9D97DE}" srcOrd="2" destOrd="0" parTransId="{918DACB7-88BF-4FB5-908D-179CB12A4824}" sibTransId="{1849133E-44A9-4BE9-BC8F-6106C21D7C7F}"/>
    <dgm:cxn modelId="{7430266C-E98B-4E4B-82AA-A46322F62894}" srcId="{C0B4AA52-6602-41A1-B1AF-FED29612F405}" destId="{16629D9A-22D3-4726-A4CB-1867EF4F39F0}" srcOrd="1" destOrd="0" parTransId="{F3CA9ED7-7171-440C-81CB-DDDCA5799689}" sibTransId="{62BA94BA-74DB-489C-A799-71669B5C6E37}"/>
    <dgm:cxn modelId="{16FEB34C-5EC8-46FE-BC88-B12C06AA748E}" type="presOf" srcId="{5D39F183-30FA-4A20-9EFA-CD36D379E921}" destId="{8CED2D06-D35E-4B66-B722-767C0B7EE587}" srcOrd="0" destOrd="0" presId="urn:microsoft.com/office/officeart/2018/2/layout/IconVerticalSolidList"/>
    <dgm:cxn modelId="{5EC79E50-EB35-42D8-8803-137AFDC588CB}" type="presOf" srcId="{BC07C1C7-1630-44D5-B21B-85220D9D97DE}" destId="{969A4D58-7ECF-438F-B7C4-23F123D48E9D}" srcOrd="0" destOrd="0" presId="urn:microsoft.com/office/officeart/2018/2/layout/IconVerticalSolidList"/>
    <dgm:cxn modelId="{7D78B07C-A74B-4EAC-BE53-05F7D457FDFC}" type="presOf" srcId="{119B4E8C-6577-41FA-A1B3-9478598369B1}" destId="{D56099BB-D7BE-487E-BE04-8784CE6748DD}" srcOrd="0" destOrd="0" presId="urn:microsoft.com/office/officeart/2018/2/layout/IconVerticalSolidList"/>
    <dgm:cxn modelId="{3004FE84-16A4-48F9-87EE-1D07796D66D5}" srcId="{C0B4AA52-6602-41A1-B1AF-FED29612F405}" destId="{B45E9C55-04B2-41BF-A2F9-981158A0E796}" srcOrd="0" destOrd="0" parTransId="{16ABD081-AE9A-4781-A73F-9FE6F75B754D}" sibTransId="{7C5B0B20-FA04-4235-AFCF-3C198353DA24}"/>
    <dgm:cxn modelId="{1A9BC598-4FE3-4CAE-B7C8-E6713EE5A78D}" srcId="{8F7FAFCD-0B42-4E24-AC8E-B95CCBD3A033}" destId="{119B4E8C-6577-41FA-A1B3-9478598369B1}" srcOrd="1" destOrd="0" parTransId="{AD130C67-B60E-460E-A279-13DC35CDB1FC}" sibTransId="{E3146052-96AD-4224-A3BB-1D7747D4E874}"/>
    <dgm:cxn modelId="{2C5A51AF-A9BF-4C9A-92BF-CF2BEE81D453}" type="presOf" srcId="{B45E9C55-04B2-41BF-A2F9-981158A0E796}" destId="{572DB887-679A-45D6-BDE2-60FD3A8CAF20}" srcOrd="0" destOrd="0" presId="urn:microsoft.com/office/officeart/2018/2/layout/IconVerticalSolidList"/>
    <dgm:cxn modelId="{664654B2-A721-4B32-A6E8-D9B5E4F47D13}" srcId="{8F7FAFCD-0B42-4E24-AC8E-B95CCBD3A033}" destId="{C0B4AA52-6602-41A1-B1AF-FED29612F405}" srcOrd="0" destOrd="0" parTransId="{D3AA6C59-DF2C-4218-91A4-BB122B9409B8}" sibTransId="{9DDACAEF-2988-45B9-87CB-69A4C293E34F}"/>
    <dgm:cxn modelId="{352E0DD3-C9F3-4430-87AB-443D81525328}" type="presOf" srcId="{8F7FAFCD-0B42-4E24-AC8E-B95CCBD3A033}" destId="{9E481C81-46D0-4D4D-B568-A6F5B38130E2}" srcOrd="0" destOrd="0" presId="urn:microsoft.com/office/officeart/2018/2/layout/IconVerticalSolidList"/>
    <dgm:cxn modelId="{2B676DD7-B0B7-45B3-8DE2-E3ECBCEE9489}" type="presOf" srcId="{C0B4AA52-6602-41A1-B1AF-FED29612F405}" destId="{537E2AA5-F044-4652-B988-B94CE3376786}" srcOrd="0" destOrd="0" presId="urn:microsoft.com/office/officeart/2018/2/layout/IconVerticalSolidList"/>
    <dgm:cxn modelId="{7A8A42FB-EA48-4555-A13A-B16D28BF4FA5}" type="presParOf" srcId="{9E481C81-46D0-4D4D-B568-A6F5B38130E2}" destId="{FE9DCB76-2D04-4A32-B49C-F1C242B21D6C}" srcOrd="0" destOrd="0" presId="urn:microsoft.com/office/officeart/2018/2/layout/IconVerticalSolidList"/>
    <dgm:cxn modelId="{B03DDD2B-4463-40DC-8ADF-252BB5EC8324}" type="presParOf" srcId="{FE9DCB76-2D04-4A32-B49C-F1C242B21D6C}" destId="{04EA9B1C-A058-486E-BC7B-626C89D4DA8C}" srcOrd="0" destOrd="0" presId="urn:microsoft.com/office/officeart/2018/2/layout/IconVerticalSolidList"/>
    <dgm:cxn modelId="{20C83374-548B-4757-A615-B519A8E92C8C}" type="presParOf" srcId="{FE9DCB76-2D04-4A32-B49C-F1C242B21D6C}" destId="{209B8F5D-3989-431E-8076-46A0A323984D}" srcOrd="1" destOrd="0" presId="urn:microsoft.com/office/officeart/2018/2/layout/IconVerticalSolidList"/>
    <dgm:cxn modelId="{0D8B138A-30C6-4147-B2D9-9D30D99532BC}" type="presParOf" srcId="{FE9DCB76-2D04-4A32-B49C-F1C242B21D6C}" destId="{1D4A7DB1-7D0E-48EA-9785-209DB547F681}" srcOrd="2" destOrd="0" presId="urn:microsoft.com/office/officeart/2018/2/layout/IconVerticalSolidList"/>
    <dgm:cxn modelId="{457D274E-5AA2-4692-A135-E18265BE5679}" type="presParOf" srcId="{FE9DCB76-2D04-4A32-B49C-F1C242B21D6C}" destId="{537E2AA5-F044-4652-B988-B94CE3376786}" srcOrd="3" destOrd="0" presId="urn:microsoft.com/office/officeart/2018/2/layout/IconVerticalSolidList"/>
    <dgm:cxn modelId="{3527378B-39FE-403A-B977-715A04A183E3}" type="presParOf" srcId="{FE9DCB76-2D04-4A32-B49C-F1C242B21D6C}" destId="{572DB887-679A-45D6-BDE2-60FD3A8CAF20}" srcOrd="4" destOrd="0" presId="urn:microsoft.com/office/officeart/2018/2/layout/IconVerticalSolidList"/>
    <dgm:cxn modelId="{AD245991-B787-4116-A989-33DE20C656DC}" type="presParOf" srcId="{9E481C81-46D0-4D4D-B568-A6F5B38130E2}" destId="{98D44A39-AA8E-4571-9D69-52D695FC76CE}" srcOrd="1" destOrd="0" presId="urn:microsoft.com/office/officeart/2018/2/layout/IconVerticalSolidList"/>
    <dgm:cxn modelId="{480863A4-62A3-46A1-92B2-88E6F7D2665D}" type="presParOf" srcId="{9E481C81-46D0-4D4D-B568-A6F5B38130E2}" destId="{247EF8EC-1861-401A-8870-E11BAAA2B7CD}" srcOrd="2" destOrd="0" presId="urn:microsoft.com/office/officeart/2018/2/layout/IconVerticalSolidList"/>
    <dgm:cxn modelId="{5A2AD6D7-552F-420B-8CAF-0E167038F8C1}" type="presParOf" srcId="{247EF8EC-1861-401A-8870-E11BAAA2B7CD}" destId="{04A4EF9B-8395-4887-9E07-9810C753DDBB}" srcOrd="0" destOrd="0" presId="urn:microsoft.com/office/officeart/2018/2/layout/IconVerticalSolidList"/>
    <dgm:cxn modelId="{B7A685E5-43A3-4080-B093-A178295F93EE}" type="presParOf" srcId="{247EF8EC-1861-401A-8870-E11BAAA2B7CD}" destId="{77F568ED-86C0-408A-BB93-959D288CC426}" srcOrd="1" destOrd="0" presId="urn:microsoft.com/office/officeart/2018/2/layout/IconVerticalSolidList"/>
    <dgm:cxn modelId="{306225D0-F571-4297-91F0-C8A184CB793B}" type="presParOf" srcId="{247EF8EC-1861-401A-8870-E11BAAA2B7CD}" destId="{41B3DF7C-4D15-4188-A7C4-169204C783B6}" srcOrd="2" destOrd="0" presId="urn:microsoft.com/office/officeart/2018/2/layout/IconVerticalSolidList"/>
    <dgm:cxn modelId="{6CADC0F6-C636-4C28-BC32-8493ECD2DB07}" type="presParOf" srcId="{247EF8EC-1861-401A-8870-E11BAAA2B7CD}" destId="{D56099BB-D7BE-487E-BE04-8784CE6748DD}" srcOrd="3" destOrd="0" presId="urn:microsoft.com/office/officeart/2018/2/layout/IconVerticalSolidList"/>
    <dgm:cxn modelId="{D41CDE0B-22D9-47E1-9B48-9586D372D21D}" type="presParOf" srcId="{9E481C81-46D0-4D4D-B568-A6F5B38130E2}" destId="{0A2FA745-5A4B-4492-BC3F-9539051A542B}" srcOrd="3" destOrd="0" presId="urn:microsoft.com/office/officeart/2018/2/layout/IconVerticalSolidList"/>
    <dgm:cxn modelId="{0D5386BE-330F-4D7A-A0BB-F25C49DAE0F6}" type="presParOf" srcId="{9E481C81-46D0-4D4D-B568-A6F5B38130E2}" destId="{A025710A-9A0C-42E2-AE8F-F94509D4F991}" srcOrd="4" destOrd="0" presId="urn:microsoft.com/office/officeart/2018/2/layout/IconVerticalSolidList"/>
    <dgm:cxn modelId="{A468E5E8-A9F6-4C25-AF1D-B420A7579C12}" type="presParOf" srcId="{A025710A-9A0C-42E2-AE8F-F94509D4F991}" destId="{CB7589C6-349D-40CE-8F3A-510064B98D9A}" srcOrd="0" destOrd="0" presId="urn:microsoft.com/office/officeart/2018/2/layout/IconVerticalSolidList"/>
    <dgm:cxn modelId="{51B16A1C-3EB3-4FD3-A58E-D66624037094}" type="presParOf" srcId="{A025710A-9A0C-42E2-AE8F-F94509D4F991}" destId="{6E84D18B-C6A0-46B1-8940-FBF81FBFFFD4}" srcOrd="1" destOrd="0" presId="urn:microsoft.com/office/officeart/2018/2/layout/IconVerticalSolidList"/>
    <dgm:cxn modelId="{97A965DE-EA1C-4CDB-B768-CA67DB8CC2E7}" type="presParOf" srcId="{A025710A-9A0C-42E2-AE8F-F94509D4F991}" destId="{52A5D0B4-7038-42AD-A071-68C388126EFD}" srcOrd="2" destOrd="0" presId="urn:microsoft.com/office/officeart/2018/2/layout/IconVerticalSolidList"/>
    <dgm:cxn modelId="{EB865FF8-56EB-424F-9F27-8F4695327BB8}" type="presParOf" srcId="{A025710A-9A0C-42E2-AE8F-F94509D4F991}" destId="{969A4D58-7ECF-438F-B7C4-23F123D48E9D}" srcOrd="3" destOrd="0" presId="urn:microsoft.com/office/officeart/2018/2/layout/IconVerticalSolidList"/>
    <dgm:cxn modelId="{4FCACEB3-0CEC-4656-859A-E3274CBD32C3}" type="presParOf" srcId="{A025710A-9A0C-42E2-AE8F-F94509D4F991}" destId="{8CED2D06-D35E-4B66-B722-767C0B7EE587}"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88C053C-2DA8-425B-9A6C-15347B68B49F}" type="doc">
      <dgm:prSet loTypeId="urn:microsoft.com/office/officeart/2005/8/layout/hierarchy1" loCatId="hierarchy" qsTypeId="urn:microsoft.com/office/officeart/2005/8/quickstyle/simple5" qsCatId="simple" csTypeId="urn:microsoft.com/office/officeart/2005/8/colors/accent2_2" csCatId="accent2" phldr="1"/>
      <dgm:spPr/>
      <dgm:t>
        <a:bodyPr/>
        <a:lstStyle/>
        <a:p>
          <a:endParaRPr lang="en-US"/>
        </a:p>
      </dgm:t>
    </dgm:pt>
    <dgm:pt modelId="{D474EEB6-8EA5-4EEE-B681-68A12DA4A269}">
      <dgm:prSet/>
      <dgm:spPr/>
      <dgm:t>
        <a:bodyPr/>
        <a:lstStyle/>
        <a:p>
          <a:r>
            <a:rPr lang="en-US"/>
            <a:t>Data Separation</a:t>
          </a:r>
        </a:p>
      </dgm:t>
    </dgm:pt>
    <dgm:pt modelId="{EFB0BFA8-8B70-43F1-B943-E4FFBC90B048}" type="parTrans" cxnId="{1FE195C7-088D-4C48-93A1-74FEC1504DE4}">
      <dgm:prSet/>
      <dgm:spPr/>
      <dgm:t>
        <a:bodyPr/>
        <a:lstStyle/>
        <a:p>
          <a:endParaRPr lang="en-US"/>
        </a:p>
      </dgm:t>
    </dgm:pt>
    <dgm:pt modelId="{0D30E9D4-9710-4CB6-A869-B010F7EF6BB5}" type="sibTrans" cxnId="{1FE195C7-088D-4C48-93A1-74FEC1504DE4}">
      <dgm:prSet/>
      <dgm:spPr/>
      <dgm:t>
        <a:bodyPr/>
        <a:lstStyle/>
        <a:p>
          <a:endParaRPr lang="en-US"/>
        </a:p>
      </dgm:t>
    </dgm:pt>
    <dgm:pt modelId="{37F1E348-FD6D-465B-A702-7BBAD9ACC0CD}">
      <dgm:prSet phldr="0"/>
      <dgm:spPr/>
      <dgm:t>
        <a:bodyPr/>
        <a:lstStyle/>
        <a:p>
          <a:pPr rtl="0"/>
          <a:r>
            <a:rPr lang="en-US" dirty="0">
              <a:latin typeface="Gill Sans MT" panose="020B0502020104020203"/>
            </a:rPr>
            <a:t>Microeconomic</a:t>
          </a:r>
        </a:p>
      </dgm:t>
    </dgm:pt>
    <dgm:pt modelId="{8321027F-BE3B-4A1C-B832-C2025599EB84}" type="parTrans" cxnId="{44246BD0-E9F4-4D78-902C-3D6CD9827144}">
      <dgm:prSet/>
      <dgm:spPr/>
    </dgm:pt>
    <dgm:pt modelId="{55D305F7-C23F-4D68-9320-BC321D712273}" type="sibTrans" cxnId="{44246BD0-E9F4-4D78-902C-3D6CD9827144}">
      <dgm:prSet/>
      <dgm:spPr/>
    </dgm:pt>
    <dgm:pt modelId="{F7FDE441-622A-4DB2-B76B-CFC0A7DB529F}">
      <dgm:prSet phldr="0"/>
      <dgm:spPr/>
      <dgm:t>
        <a:bodyPr/>
        <a:lstStyle/>
        <a:p>
          <a:r>
            <a:rPr lang="en-US" dirty="0">
              <a:latin typeface="Gill Sans MT" panose="020B0502020104020203"/>
            </a:rPr>
            <a:t>Macroeconomic</a:t>
          </a:r>
        </a:p>
      </dgm:t>
    </dgm:pt>
    <dgm:pt modelId="{581E203A-2F97-4943-85FF-FA7C3869EB30}" type="parTrans" cxnId="{8D69F0CC-3FA0-4385-8B9E-193FB5D00F54}">
      <dgm:prSet/>
      <dgm:spPr/>
    </dgm:pt>
    <dgm:pt modelId="{E154C961-AAD7-435A-A43D-BF06D1F367CD}" type="sibTrans" cxnId="{8D69F0CC-3FA0-4385-8B9E-193FB5D00F54}">
      <dgm:prSet/>
      <dgm:spPr/>
    </dgm:pt>
    <dgm:pt modelId="{4106BA45-4B0B-49B2-B429-A98253E46881}">
      <dgm:prSet phldr="0"/>
      <dgm:spPr/>
      <dgm:t>
        <a:bodyPr/>
        <a:lstStyle/>
        <a:p>
          <a:r>
            <a:rPr lang="en-US" dirty="0">
              <a:latin typeface="Gill Sans MT" panose="020B0502020104020203"/>
            </a:rPr>
            <a:t>Raw</a:t>
          </a:r>
        </a:p>
      </dgm:t>
    </dgm:pt>
    <dgm:pt modelId="{16887120-223A-4BCE-9F52-09C1F4618DDF}" type="parTrans" cxnId="{54F5863C-FDA7-4A41-8807-6DD5AF15C2EB}">
      <dgm:prSet/>
      <dgm:spPr/>
    </dgm:pt>
    <dgm:pt modelId="{B020BF14-2258-4D35-B470-F9D7F7CD0882}" type="sibTrans" cxnId="{54F5863C-FDA7-4A41-8807-6DD5AF15C2EB}">
      <dgm:prSet/>
      <dgm:spPr/>
    </dgm:pt>
    <dgm:pt modelId="{5F8F920E-6060-4473-ABEE-AB9861CC46C7}">
      <dgm:prSet phldr="0"/>
      <dgm:spPr/>
      <dgm:t>
        <a:bodyPr/>
        <a:lstStyle/>
        <a:p>
          <a:r>
            <a:rPr lang="en-US" dirty="0">
              <a:latin typeface="Gill Sans MT" panose="020B0502020104020203"/>
            </a:rPr>
            <a:t>Percent</a:t>
          </a:r>
        </a:p>
      </dgm:t>
    </dgm:pt>
    <dgm:pt modelId="{912022F5-6158-4367-805B-29B25AE19326}" type="parTrans" cxnId="{5A134508-FAB1-4D2B-A3FB-262CA4F8C134}">
      <dgm:prSet/>
      <dgm:spPr/>
    </dgm:pt>
    <dgm:pt modelId="{9092E0E2-39C8-43E0-8375-512E04A4FD21}" type="sibTrans" cxnId="{5A134508-FAB1-4D2B-A3FB-262CA4F8C134}">
      <dgm:prSet/>
      <dgm:spPr/>
    </dgm:pt>
    <dgm:pt modelId="{19AF12EE-9A58-4F28-92C9-990AC35F59B8}">
      <dgm:prSet phldr="0"/>
      <dgm:spPr/>
      <dgm:t>
        <a:bodyPr/>
        <a:lstStyle/>
        <a:p>
          <a:r>
            <a:rPr lang="en-US" dirty="0">
              <a:latin typeface="Gill Sans MT" panose="020B0502020104020203"/>
            </a:rPr>
            <a:t>Raw</a:t>
          </a:r>
        </a:p>
      </dgm:t>
    </dgm:pt>
    <dgm:pt modelId="{21663978-4965-4736-8B06-23AC3BEF1314}" type="parTrans" cxnId="{BA5C8FF2-5B42-431F-B6F6-CEB15AD2E14D}">
      <dgm:prSet/>
      <dgm:spPr/>
    </dgm:pt>
    <dgm:pt modelId="{685365FA-1FAF-4631-8E18-DD6B28C888D7}" type="sibTrans" cxnId="{BA5C8FF2-5B42-431F-B6F6-CEB15AD2E14D}">
      <dgm:prSet/>
      <dgm:spPr/>
    </dgm:pt>
    <dgm:pt modelId="{3C979381-85A9-4D5F-97C0-012A593DD207}">
      <dgm:prSet phldr="0"/>
      <dgm:spPr/>
      <dgm:t>
        <a:bodyPr/>
        <a:lstStyle/>
        <a:p>
          <a:r>
            <a:rPr lang="en-US" dirty="0">
              <a:latin typeface="Gill Sans MT" panose="020B0502020104020203"/>
            </a:rPr>
            <a:t>Percent</a:t>
          </a:r>
        </a:p>
      </dgm:t>
    </dgm:pt>
    <dgm:pt modelId="{050DDCEF-4417-4F1D-A121-65F2D0A0F70D}" type="parTrans" cxnId="{7BC7B088-38D3-46BD-B178-31AC5DB14AFD}">
      <dgm:prSet/>
      <dgm:spPr/>
    </dgm:pt>
    <dgm:pt modelId="{DA96DBE1-2796-4AD5-BEF0-FFD3FE685C4B}" type="sibTrans" cxnId="{7BC7B088-38D3-46BD-B178-31AC5DB14AFD}">
      <dgm:prSet/>
      <dgm:spPr/>
    </dgm:pt>
    <dgm:pt modelId="{BD90E87C-06ED-4095-8273-04C0C2A9BCCD}">
      <dgm:prSet phldr="0"/>
      <dgm:spPr/>
      <dgm:t>
        <a:bodyPr/>
        <a:lstStyle/>
        <a:p>
          <a:r>
            <a:rPr lang="en-US" dirty="0">
              <a:latin typeface="Gill Sans MT" panose="020B0502020104020203"/>
            </a:rPr>
            <a:t>All</a:t>
          </a:r>
        </a:p>
      </dgm:t>
    </dgm:pt>
    <dgm:pt modelId="{0E32E621-71EE-48FA-8FC3-8F25CA32F65D}" type="parTrans" cxnId="{8E02BFE3-F731-44D6-80BB-D250AB34F1FB}">
      <dgm:prSet/>
      <dgm:spPr/>
    </dgm:pt>
    <dgm:pt modelId="{F17A4CB0-1096-423F-9263-D978F19A6C1A}" type="sibTrans" cxnId="{8E02BFE3-F731-44D6-80BB-D250AB34F1FB}">
      <dgm:prSet/>
      <dgm:spPr/>
    </dgm:pt>
    <dgm:pt modelId="{29B99C75-1F8B-4DFD-AA31-632E41FA760F}">
      <dgm:prSet phldr="0"/>
      <dgm:spPr/>
      <dgm:t>
        <a:bodyPr/>
        <a:lstStyle/>
        <a:p>
          <a:pPr rtl="0"/>
          <a:r>
            <a:rPr lang="en-US" dirty="0">
              <a:latin typeface="Gill Sans MT" panose="020B0502020104020203"/>
            </a:rPr>
            <a:t>Raw </a:t>
          </a:r>
        </a:p>
      </dgm:t>
    </dgm:pt>
    <dgm:pt modelId="{BD0E7147-0D25-47F8-B1E8-BB5CAFB5CE06}" type="parTrans" cxnId="{FDBA6E73-ACA9-4450-A37E-16608E976E9A}">
      <dgm:prSet/>
      <dgm:spPr/>
    </dgm:pt>
    <dgm:pt modelId="{1BB6A148-8CCE-4DAC-BEBD-96850ACA29C5}" type="sibTrans" cxnId="{FDBA6E73-ACA9-4450-A37E-16608E976E9A}">
      <dgm:prSet/>
      <dgm:spPr/>
    </dgm:pt>
    <dgm:pt modelId="{ADCD78C8-5D0B-413A-8BEA-F30984979ABC}">
      <dgm:prSet phldr="0"/>
      <dgm:spPr/>
      <dgm:t>
        <a:bodyPr/>
        <a:lstStyle/>
        <a:p>
          <a:r>
            <a:rPr lang="en-US" dirty="0">
              <a:latin typeface="Gill Sans MT" panose="020B0502020104020203"/>
            </a:rPr>
            <a:t>Percent</a:t>
          </a:r>
          <a:endParaRPr lang="en-US" dirty="0"/>
        </a:p>
      </dgm:t>
    </dgm:pt>
    <dgm:pt modelId="{69115E1A-F536-47AE-894C-067ADE2D2620}" type="parTrans" cxnId="{F94AFB81-C8EB-4F85-A073-369193C4F1E5}">
      <dgm:prSet/>
      <dgm:spPr/>
    </dgm:pt>
    <dgm:pt modelId="{F91AEE1D-EA2D-441B-BB6F-7D2023160CB8}" type="sibTrans" cxnId="{F94AFB81-C8EB-4F85-A073-369193C4F1E5}">
      <dgm:prSet/>
      <dgm:spPr/>
    </dgm:pt>
    <dgm:pt modelId="{9A425D80-0F74-462D-9ADA-B98FA2717F4E}" type="pres">
      <dgm:prSet presAssocID="{588C053C-2DA8-425B-9A6C-15347B68B49F}" presName="hierChild1" presStyleCnt="0">
        <dgm:presLayoutVars>
          <dgm:chPref val="1"/>
          <dgm:dir/>
          <dgm:animOne val="branch"/>
          <dgm:animLvl val="lvl"/>
          <dgm:resizeHandles/>
        </dgm:presLayoutVars>
      </dgm:prSet>
      <dgm:spPr/>
    </dgm:pt>
    <dgm:pt modelId="{AE32C24F-A13F-486B-B80E-4B0C1BF309A2}" type="pres">
      <dgm:prSet presAssocID="{D474EEB6-8EA5-4EEE-B681-68A12DA4A269}" presName="hierRoot1" presStyleCnt="0"/>
      <dgm:spPr/>
    </dgm:pt>
    <dgm:pt modelId="{32A78E9F-42C1-4D39-A063-F40E8684DC4E}" type="pres">
      <dgm:prSet presAssocID="{D474EEB6-8EA5-4EEE-B681-68A12DA4A269}" presName="composite" presStyleCnt="0"/>
      <dgm:spPr/>
    </dgm:pt>
    <dgm:pt modelId="{D01A733C-0F75-4807-9B02-3E26B52ADCF9}" type="pres">
      <dgm:prSet presAssocID="{D474EEB6-8EA5-4EEE-B681-68A12DA4A269}" presName="background" presStyleLbl="node0" presStyleIdx="0" presStyleCnt="1"/>
      <dgm:spPr/>
    </dgm:pt>
    <dgm:pt modelId="{A7B82B3B-B5B0-4F50-A765-5C86AF9C0AB5}" type="pres">
      <dgm:prSet presAssocID="{D474EEB6-8EA5-4EEE-B681-68A12DA4A269}" presName="text" presStyleLbl="fgAcc0" presStyleIdx="0" presStyleCnt="1">
        <dgm:presLayoutVars>
          <dgm:chPref val="3"/>
        </dgm:presLayoutVars>
      </dgm:prSet>
      <dgm:spPr/>
    </dgm:pt>
    <dgm:pt modelId="{D16E56EE-391F-43B3-A73B-9000C1C3306D}" type="pres">
      <dgm:prSet presAssocID="{D474EEB6-8EA5-4EEE-B681-68A12DA4A269}" presName="hierChild2" presStyleCnt="0"/>
      <dgm:spPr/>
    </dgm:pt>
    <dgm:pt modelId="{BC655205-028E-43B7-9571-4850C4C25BC2}" type="pres">
      <dgm:prSet presAssocID="{8321027F-BE3B-4A1C-B832-C2025599EB84}" presName="Name10" presStyleLbl="parChTrans1D2" presStyleIdx="0" presStyleCnt="3"/>
      <dgm:spPr/>
    </dgm:pt>
    <dgm:pt modelId="{D1F76DD8-DEAD-4EFD-BFD8-BA2993512DF3}" type="pres">
      <dgm:prSet presAssocID="{37F1E348-FD6D-465B-A702-7BBAD9ACC0CD}" presName="hierRoot2" presStyleCnt="0"/>
      <dgm:spPr/>
    </dgm:pt>
    <dgm:pt modelId="{B43B8FA8-6ACD-44AE-A0EC-FD290DB8C0DC}" type="pres">
      <dgm:prSet presAssocID="{37F1E348-FD6D-465B-A702-7BBAD9ACC0CD}" presName="composite2" presStyleCnt="0"/>
      <dgm:spPr/>
    </dgm:pt>
    <dgm:pt modelId="{61E1E6FE-3F3E-4C2B-A099-4B78EBA35048}" type="pres">
      <dgm:prSet presAssocID="{37F1E348-FD6D-465B-A702-7BBAD9ACC0CD}" presName="background2" presStyleLbl="node2" presStyleIdx="0" presStyleCnt="3"/>
      <dgm:spPr/>
    </dgm:pt>
    <dgm:pt modelId="{5AEBAAC8-EBCF-43CA-8FD1-1072BED4AD45}" type="pres">
      <dgm:prSet presAssocID="{37F1E348-FD6D-465B-A702-7BBAD9ACC0CD}" presName="text2" presStyleLbl="fgAcc2" presStyleIdx="0" presStyleCnt="3">
        <dgm:presLayoutVars>
          <dgm:chPref val="3"/>
        </dgm:presLayoutVars>
      </dgm:prSet>
      <dgm:spPr/>
    </dgm:pt>
    <dgm:pt modelId="{964BDE65-ECF9-4862-8E30-8F78A0A7ED9B}" type="pres">
      <dgm:prSet presAssocID="{37F1E348-FD6D-465B-A702-7BBAD9ACC0CD}" presName="hierChild3" presStyleCnt="0"/>
      <dgm:spPr/>
    </dgm:pt>
    <dgm:pt modelId="{A58F0D73-7C4B-45D6-8044-8EE06203F9BC}" type="pres">
      <dgm:prSet presAssocID="{21663978-4965-4736-8B06-23AC3BEF1314}" presName="Name17" presStyleLbl="parChTrans1D3" presStyleIdx="0" presStyleCnt="6"/>
      <dgm:spPr/>
    </dgm:pt>
    <dgm:pt modelId="{C9755687-159A-4FAC-82F7-7D4F1AF706AB}" type="pres">
      <dgm:prSet presAssocID="{19AF12EE-9A58-4F28-92C9-990AC35F59B8}" presName="hierRoot3" presStyleCnt="0"/>
      <dgm:spPr/>
    </dgm:pt>
    <dgm:pt modelId="{692E82B0-771B-4C7A-9E65-B81594AB5E0A}" type="pres">
      <dgm:prSet presAssocID="{19AF12EE-9A58-4F28-92C9-990AC35F59B8}" presName="composite3" presStyleCnt="0"/>
      <dgm:spPr/>
    </dgm:pt>
    <dgm:pt modelId="{CE20E13D-77E8-44B1-AA44-BBB8B9685406}" type="pres">
      <dgm:prSet presAssocID="{19AF12EE-9A58-4F28-92C9-990AC35F59B8}" presName="background3" presStyleLbl="node3" presStyleIdx="0" presStyleCnt="6"/>
      <dgm:spPr/>
    </dgm:pt>
    <dgm:pt modelId="{A414F77C-0234-4290-9572-3595B48EF378}" type="pres">
      <dgm:prSet presAssocID="{19AF12EE-9A58-4F28-92C9-990AC35F59B8}" presName="text3" presStyleLbl="fgAcc3" presStyleIdx="0" presStyleCnt="6">
        <dgm:presLayoutVars>
          <dgm:chPref val="3"/>
        </dgm:presLayoutVars>
      </dgm:prSet>
      <dgm:spPr/>
    </dgm:pt>
    <dgm:pt modelId="{4C6552C6-90F6-4126-88B5-4C8FE8B2E4A4}" type="pres">
      <dgm:prSet presAssocID="{19AF12EE-9A58-4F28-92C9-990AC35F59B8}" presName="hierChild4" presStyleCnt="0"/>
      <dgm:spPr/>
    </dgm:pt>
    <dgm:pt modelId="{3B22D6B7-653B-482D-8275-068E9E199B01}" type="pres">
      <dgm:prSet presAssocID="{050DDCEF-4417-4F1D-A121-65F2D0A0F70D}" presName="Name17" presStyleLbl="parChTrans1D3" presStyleIdx="1" presStyleCnt="6"/>
      <dgm:spPr/>
    </dgm:pt>
    <dgm:pt modelId="{5F5A6C33-3502-45E1-88B8-90739EDCA62A}" type="pres">
      <dgm:prSet presAssocID="{3C979381-85A9-4D5F-97C0-012A593DD207}" presName="hierRoot3" presStyleCnt="0"/>
      <dgm:spPr/>
    </dgm:pt>
    <dgm:pt modelId="{6A196BA7-A82C-492E-8F39-89084B58419D}" type="pres">
      <dgm:prSet presAssocID="{3C979381-85A9-4D5F-97C0-012A593DD207}" presName="composite3" presStyleCnt="0"/>
      <dgm:spPr/>
    </dgm:pt>
    <dgm:pt modelId="{1A0FF2A7-8FA5-4711-9276-DD7346D01619}" type="pres">
      <dgm:prSet presAssocID="{3C979381-85A9-4D5F-97C0-012A593DD207}" presName="background3" presStyleLbl="node3" presStyleIdx="1" presStyleCnt="6"/>
      <dgm:spPr/>
    </dgm:pt>
    <dgm:pt modelId="{44A6E05F-E405-452F-80E3-EED89C9B3F88}" type="pres">
      <dgm:prSet presAssocID="{3C979381-85A9-4D5F-97C0-012A593DD207}" presName="text3" presStyleLbl="fgAcc3" presStyleIdx="1" presStyleCnt="6">
        <dgm:presLayoutVars>
          <dgm:chPref val="3"/>
        </dgm:presLayoutVars>
      </dgm:prSet>
      <dgm:spPr/>
    </dgm:pt>
    <dgm:pt modelId="{8D772B83-04AE-47E9-9FEB-DE06B83F9AF7}" type="pres">
      <dgm:prSet presAssocID="{3C979381-85A9-4D5F-97C0-012A593DD207}" presName="hierChild4" presStyleCnt="0"/>
      <dgm:spPr/>
    </dgm:pt>
    <dgm:pt modelId="{E3383622-7E74-488F-8C3E-03479E07D3EA}" type="pres">
      <dgm:prSet presAssocID="{581E203A-2F97-4943-85FF-FA7C3869EB30}" presName="Name10" presStyleLbl="parChTrans1D2" presStyleIdx="1" presStyleCnt="3"/>
      <dgm:spPr/>
    </dgm:pt>
    <dgm:pt modelId="{CBDA1934-1D22-4A30-83FA-303881F5B6D9}" type="pres">
      <dgm:prSet presAssocID="{F7FDE441-622A-4DB2-B76B-CFC0A7DB529F}" presName="hierRoot2" presStyleCnt="0"/>
      <dgm:spPr/>
    </dgm:pt>
    <dgm:pt modelId="{323931BE-B9EA-4B7E-B51B-AB31FF0F6986}" type="pres">
      <dgm:prSet presAssocID="{F7FDE441-622A-4DB2-B76B-CFC0A7DB529F}" presName="composite2" presStyleCnt="0"/>
      <dgm:spPr/>
    </dgm:pt>
    <dgm:pt modelId="{0818F5A9-0A8E-4E48-A8AF-3BFE4D7ADDEC}" type="pres">
      <dgm:prSet presAssocID="{F7FDE441-622A-4DB2-B76B-CFC0A7DB529F}" presName="background2" presStyleLbl="node2" presStyleIdx="1" presStyleCnt="3"/>
      <dgm:spPr/>
    </dgm:pt>
    <dgm:pt modelId="{0B4A3311-DE63-4A6A-B923-F832DBC9393B}" type="pres">
      <dgm:prSet presAssocID="{F7FDE441-622A-4DB2-B76B-CFC0A7DB529F}" presName="text2" presStyleLbl="fgAcc2" presStyleIdx="1" presStyleCnt="3">
        <dgm:presLayoutVars>
          <dgm:chPref val="3"/>
        </dgm:presLayoutVars>
      </dgm:prSet>
      <dgm:spPr/>
    </dgm:pt>
    <dgm:pt modelId="{FE57B1AF-925D-425B-894C-7B1F11E331B5}" type="pres">
      <dgm:prSet presAssocID="{F7FDE441-622A-4DB2-B76B-CFC0A7DB529F}" presName="hierChild3" presStyleCnt="0"/>
      <dgm:spPr/>
    </dgm:pt>
    <dgm:pt modelId="{CA38937D-77E5-4783-A680-E78900316DF6}" type="pres">
      <dgm:prSet presAssocID="{BD0E7147-0D25-47F8-B1E8-BB5CAFB5CE06}" presName="Name17" presStyleLbl="parChTrans1D3" presStyleIdx="2" presStyleCnt="6"/>
      <dgm:spPr/>
    </dgm:pt>
    <dgm:pt modelId="{D813B535-B987-465A-B4FA-DD172E41877F}" type="pres">
      <dgm:prSet presAssocID="{29B99C75-1F8B-4DFD-AA31-632E41FA760F}" presName="hierRoot3" presStyleCnt="0"/>
      <dgm:spPr/>
    </dgm:pt>
    <dgm:pt modelId="{CD8524ED-360C-47DA-8692-AB7280616B5B}" type="pres">
      <dgm:prSet presAssocID="{29B99C75-1F8B-4DFD-AA31-632E41FA760F}" presName="composite3" presStyleCnt="0"/>
      <dgm:spPr/>
    </dgm:pt>
    <dgm:pt modelId="{E4643D69-AD09-4BB9-81E8-744CB84C2F5D}" type="pres">
      <dgm:prSet presAssocID="{29B99C75-1F8B-4DFD-AA31-632E41FA760F}" presName="background3" presStyleLbl="node3" presStyleIdx="2" presStyleCnt="6"/>
      <dgm:spPr/>
    </dgm:pt>
    <dgm:pt modelId="{68A41729-5B65-4770-811A-196AC6F3F024}" type="pres">
      <dgm:prSet presAssocID="{29B99C75-1F8B-4DFD-AA31-632E41FA760F}" presName="text3" presStyleLbl="fgAcc3" presStyleIdx="2" presStyleCnt="6">
        <dgm:presLayoutVars>
          <dgm:chPref val="3"/>
        </dgm:presLayoutVars>
      </dgm:prSet>
      <dgm:spPr/>
    </dgm:pt>
    <dgm:pt modelId="{ED6A82A9-530B-4261-8C4E-8E164AE682D1}" type="pres">
      <dgm:prSet presAssocID="{29B99C75-1F8B-4DFD-AA31-632E41FA760F}" presName="hierChild4" presStyleCnt="0"/>
      <dgm:spPr/>
    </dgm:pt>
    <dgm:pt modelId="{B6D48C6A-A50F-4AAB-9341-79A4BBEFD691}" type="pres">
      <dgm:prSet presAssocID="{69115E1A-F536-47AE-894C-067ADE2D2620}" presName="Name17" presStyleLbl="parChTrans1D3" presStyleIdx="3" presStyleCnt="6"/>
      <dgm:spPr/>
    </dgm:pt>
    <dgm:pt modelId="{0DC19BF7-57A6-4104-9F5F-3669894AE927}" type="pres">
      <dgm:prSet presAssocID="{ADCD78C8-5D0B-413A-8BEA-F30984979ABC}" presName="hierRoot3" presStyleCnt="0"/>
      <dgm:spPr/>
    </dgm:pt>
    <dgm:pt modelId="{DED5E5AB-F1A6-4F23-82A1-6AD48B008163}" type="pres">
      <dgm:prSet presAssocID="{ADCD78C8-5D0B-413A-8BEA-F30984979ABC}" presName="composite3" presStyleCnt="0"/>
      <dgm:spPr/>
    </dgm:pt>
    <dgm:pt modelId="{05A53ED2-F270-460F-9E33-2912D4B8B697}" type="pres">
      <dgm:prSet presAssocID="{ADCD78C8-5D0B-413A-8BEA-F30984979ABC}" presName="background3" presStyleLbl="node3" presStyleIdx="3" presStyleCnt="6"/>
      <dgm:spPr/>
    </dgm:pt>
    <dgm:pt modelId="{51B461F8-3C0E-4711-B060-280797AF2E39}" type="pres">
      <dgm:prSet presAssocID="{ADCD78C8-5D0B-413A-8BEA-F30984979ABC}" presName="text3" presStyleLbl="fgAcc3" presStyleIdx="3" presStyleCnt="6">
        <dgm:presLayoutVars>
          <dgm:chPref val="3"/>
        </dgm:presLayoutVars>
      </dgm:prSet>
      <dgm:spPr/>
    </dgm:pt>
    <dgm:pt modelId="{4E582E5D-9870-4619-B4A0-88038FBC17A5}" type="pres">
      <dgm:prSet presAssocID="{ADCD78C8-5D0B-413A-8BEA-F30984979ABC}" presName="hierChild4" presStyleCnt="0"/>
      <dgm:spPr/>
    </dgm:pt>
    <dgm:pt modelId="{6EA0E66E-FF2A-4EB7-834B-EEC1B827CFE5}" type="pres">
      <dgm:prSet presAssocID="{0E32E621-71EE-48FA-8FC3-8F25CA32F65D}" presName="Name10" presStyleLbl="parChTrans1D2" presStyleIdx="2" presStyleCnt="3"/>
      <dgm:spPr/>
    </dgm:pt>
    <dgm:pt modelId="{046B329A-8AA8-453D-A097-503A365EE0CB}" type="pres">
      <dgm:prSet presAssocID="{BD90E87C-06ED-4095-8273-04C0C2A9BCCD}" presName="hierRoot2" presStyleCnt="0"/>
      <dgm:spPr/>
    </dgm:pt>
    <dgm:pt modelId="{4B886990-0075-478A-B162-FD3CEF6A7D93}" type="pres">
      <dgm:prSet presAssocID="{BD90E87C-06ED-4095-8273-04C0C2A9BCCD}" presName="composite2" presStyleCnt="0"/>
      <dgm:spPr/>
    </dgm:pt>
    <dgm:pt modelId="{CB61987B-1DF4-47BD-8DC5-6F5C2C32D1C6}" type="pres">
      <dgm:prSet presAssocID="{BD90E87C-06ED-4095-8273-04C0C2A9BCCD}" presName="background2" presStyleLbl="node2" presStyleIdx="2" presStyleCnt="3"/>
      <dgm:spPr/>
    </dgm:pt>
    <dgm:pt modelId="{6F92227E-94EF-483C-90CB-E3B5113B5113}" type="pres">
      <dgm:prSet presAssocID="{BD90E87C-06ED-4095-8273-04C0C2A9BCCD}" presName="text2" presStyleLbl="fgAcc2" presStyleIdx="2" presStyleCnt="3">
        <dgm:presLayoutVars>
          <dgm:chPref val="3"/>
        </dgm:presLayoutVars>
      </dgm:prSet>
      <dgm:spPr/>
    </dgm:pt>
    <dgm:pt modelId="{CC30DD4B-F59B-4EEB-93AA-4019BCD930D3}" type="pres">
      <dgm:prSet presAssocID="{BD90E87C-06ED-4095-8273-04C0C2A9BCCD}" presName="hierChild3" presStyleCnt="0"/>
      <dgm:spPr/>
    </dgm:pt>
    <dgm:pt modelId="{FB4C47C1-574F-4CF0-8DC0-6E74432633DD}" type="pres">
      <dgm:prSet presAssocID="{16887120-223A-4BCE-9F52-09C1F4618DDF}" presName="Name17" presStyleLbl="parChTrans1D3" presStyleIdx="4" presStyleCnt="6"/>
      <dgm:spPr/>
    </dgm:pt>
    <dgm:pt modelId="{AE67F734-F476-42B3-8735-A53BC626B123}" type="pres">
      <dgm:prSet presAssocID="{4106BA45-4B0B-49B2-B429-A98253E46881}" presName="hierRoot3" presStyleCnt="0"/>
      <dgm:spPr/>
    </dgm:pt>
    <dgm:pt modelId="{F753B460-A714-4030-9ED4-6D6FFF4AB364}" type="pres">
      <dgm:prSet presAssocID="{4106BA45-4B0B-49B2-B429-A98253E46881}" presName="composite3" presStyleCnt="0"/>
      <dgm:spPr/>
    </dgm:pt>
    <dgm:pt modelId="{98536DA0-BC4D-4755-9380-E2244358FA9A}" type="pres">
      <dgm:prSet presAssocID="{4106BA45-4B0B-49B2-B429-A98253E46881}" presName="background3" presStyleLbl="node3" presStyleIdx="4" presStyleCnt="6"/>
      <dgm:spPr/>
    </dgm:pt>
    <dgm:pt modelId="{381886E0-4131-4AFA-A7C4-2609BD191E2A}" type="pres">
      <dgm:prSet presAssocID="{4106BA45-4B0B-49B2-B429-A98253E46881}" presName="text3" presStyleLbl="fgAcc3" presStyleIdx="4" presStyleCnt="6">
        <dgm:presLayoutVars>
          <dgm:chPref val="3"/>
        </dgm:presLayoutVars>
      </dgm:prSet>
      <dgm:spPr/>
    </dgm:pt>
    <dgm:pt modelId="{56E18433-88DB-4AF3-BA42-75755C7F9E30}" type="pres">
      <dgm:prSet presAssocID="{4106BA45-4B0B-49B2-B429-A98253E46881}" presName="hierChild4" presStyleCnt="0"/>
      <dgm:spPr/>
    </dgm:pt>
    <dgm:pt modelId="{EC75D862-DAB2-49CF-9704-8833DEBD4A2E}" type="pres">
      <dgm:prSet presAssocID="{912022F5-6158-4367-805B-29B25AE19326}" presName="Name17" presStyleLbl="parChTrans1D3" presStyleIdx="5" presStyleCnt="6"/>
      <dgm:spPr/>
    </dgm:pt>
    <dgm:pt modelId="{B7863ED3-DC49-4BA6-8C47-98163EEBCC55}" type="pres">
      <dgm:prSet presAssocID="{5F8F920E-6060-4473-ABEE-AB9861CC46C7}" presName="hierRoot3" presStyleCnt="0"/>
      <dgm:spPr/>
    </dgm:pt>
    <dgm:pt modelId="{23B486DF-E2FD-4830-B753-D1FD4E4E4158}" type="pres">
      <dgm:prSet presAssocID="{5F8F920E-6060-4473-ABEE-AB9861CC46C7}" presName="composite3" presStyleCnt="0"/>
      <dgm:spPr/>
    </dgm:pt>
    <dgm:pt modelId="{B5DA3C44-4EA4-41BB-A9F8-F1BD0A92D593}" type="pres">
      <dgm:prSet presAssocID="{5F8F920E-6060-4473-ABEE-AB9861CC46C7}" presName="background3" presStyleLbl="node3" presStyleIdx="5" presStyleCnt="6"/>
      <dgm:spPr/>
    </dgm:pt>
    <dgm:pt modelId="{D07FD7BD-B3DA-44C2-82A3-041597C93477}" type="pres">
      <dgm:prSet presAssocID="{5F8F920E-6060-4473-ABEE-AB9861CC46C7}" presName="text3" presStyleLbl="fgAcc3" presStyleIdx="5" presStyleCnt="6">
        <dgm:presLayoutVars>
          <dgm:chPref val="3"/>
        </dgm:presLayoutVars>
      </dgm:prSet>
      <dgm:spPr/>
    </dgm:pt>
    <dgm:pt modelId="{6E423A59-A9C7-4FA2-A79B-764AC54DDCC7}" type="pres">
      <dgm:prSet presAssocID="{5F8F920E-6060-4473-ABEE-AB9861CC46C7}" presName="hierChild4" presStyleCnt="0"/>
      <dgm:spPr/>
    </dgm:pt>
  </dgm:ptLst>
  <dgm:cxnLst>
    <dgm:cxn modelId="{8875FB04-BF7B-43E9-8B0D-850F84F89EB3}" type="presOf" srcId="{5F8F920E-6060-4473-ABEE-AB9861CC46C7}" destId="{D07FD7BD-B3DA-44C2-82A3-041597C93477}" srcOrd="0" destOrd="0" presId="urn:microsoft.com/office/officeart/2005/8/layout/hierarchy1"/>
    <dgm:cxn modelId="{5A134508-FAB1-4D2B-A3FB-262CA4F8C134}" srcId="{BD90E87C-06ED-4095-8273-04C0C2A9BCCD}" destId="{5F8F920E-6060-4473-ABEE-AB9861CC46C7}" srcOrd="1" destOrd="0" parTransId="{912022F5-6158-4367-805B-29B25AE19326}" sibTransId="{9092E0E2-39C8-43E0-8375-512E04A4FD21}"/>
    <dgm:cxn modelId="{8E09C709-78AA-4D87-B33A-9F2A7EF62BD9}" type="presOf" srcId="{ADCD78C8-5D0B-413A-8BEA-F30984979ABC}" destId="{51B461F8-3C0E-4711-B060-280797AF2E39}" srcOrd="0" destOrd="0" presId="urn:microsoft.com/office/officeart/2005/8/layout/hierarchy1"/>
    <dgm:cxn modelId="{94648E20-3905-4FDD-809B-5F3F0820E8E3}" type="presOf" srcId="{581E203A-2F97-4943-85FF-FA7C3869EB30}" destId="{E3383622-7E74-488F-8C3E-03479E07D3EA}" srcOrd="0" destOrd="0" presId="urn:microsoft.com/office/officeart/2005/8/layout/hierarchy1"/>
    <dgm:cxn modelId="{07DEE232-3CF7-44D1-8B1F-D39596F7A6DB}" type="presOf" srcId="{912022F5-6158-4367-805B-29B25AE19326}" destId="{EC75D862-DAB2-49CF-9704-8833DEBD4A2E}" srcOrd="0" destOrd="0" presId="urn:microsoft.com/office/officeart/2005/8/layout/hierarchy1"/>
    <dgm:cxn modelId="{54F5863C-FDA7-4A41-8807-6DD5AF15C2EB}" srcId="{BD90E87C-06ED-4095-8273-04C0C2A9BCCD}" destId="{4106BA45-4B0B-49B2-B429-A98253E46881}" srcOrd="0" destOrd="0" parTransId="{16887120-223A-4BCE-9F52-09C1F4618DDF}" sibTransId="{B020BF14-2258-4D35-B470-F9D7F7CD0882}"/>
    <dgm:cxn modelId="{7D5B7962-FB49-4D4F-8225-D054557F37D3}" type="presOf" srcId="{BD90E87C-06ED-4095-8273-04C0C2A9BCCD}" destId="{6F92227E-94EF-483C-90CB-E3B5113B5113}" srcOrd="0" destOrd="0" presId="urn:microsoft.com/office/officeart/2005/8/layout/hierarchy1"/>
    <dgm:cxn modelId="{7EFF7A66-C6D4-4EF4-BCDA-97F9BDF36AFD}" type="presOf" srcId="{37F1E348-FD6D-465B-A702-7BBAD9ACC0CD}" destId="{5AEBAAC8-EBCF-43CA-8FD1-1072BED4AD45}" srcOrd="0" destOrd="0" presId="urn:microsoft.com/office/officeart/2005/8/layout/hierarchy1"/>
    <dgm:cxn modelId="{120F266E-2B41-4E3A-AB72-A57972F388B7}" type="presOf" srcId="{BD0E7147-0D25-47F8-B1E8-BB5CAFB5CE06}" destId="{CA38937D-77E5-4783-A680-E78900316DF6}" srcOrd="0" destOrd="0" presId="urn:microsoft.com/office/officeart/2005/8/layout/hierarchy1"/>
    <dgm:cxn modelId="{112FD251-2CDD-419F-89DC-1273699DC89C}" type="presOf" srcId="{19AF12EE-9A58-4F28-92C9-990AC35F59B8}" destId="{A414F77C-0234-4290-9572-3595B48EF378}" srcOrd="0" destOrd="0" presId="urn:microsoft.com/office/officeart/2005/8/layout/hierarchy1"/>
    <dgm:cxn modelId="{DCC8D772-701A-4731-987A-655ECD9A8393}" type="presOf" srcId="{16887120-223A-4BCE-9F52-09C1F4618DDF}" destId="{FB4C47C1-574F-4CF0-8DC0-6E74432633DD}" srcOrd="0" destOrd="0" presId="urn:microsoft.com/office/officeart/2005/8/layout/hierarchy1"/>
    <dgm:cxn modelId="{FDBA6E73-ACA9-4450-A37E-16608E976E9A}" srcId="{F7FDE441-622A-4DB2-B76B-CFC0A7DB529F}" destId="{29B99C75-1F8B-4DFD-AA31-632E41FA760F}" srcOrd="0" destOrd="0" parTransId="{BD0E7147-0D25-47F8-B1E8-BB5CAFB5CE06}" sibTransId="{1BB6A148-8CCE-4DAC-BEBD-96850ACA29C5}"/>
    <dgm:cxn modelId="{B1A59973-3C00-4BD0-B4FB-4B81E54AD22C}" type="presOf" srcId="{3C979381-85A9-4D5F-97C0-012A593DD207}" destId="{44A6E05F-E405-452F-80E3-EED89C9B3F88}" srcOrd="0" destOrd="0" presId="urn:microsoft.com/office/officeart/2005/8/layout/hierarchy1"/>
    <dgm:cxn modelId="{049BC955-CF66-4E7D-A032-1FBB3596DEF9}" type="presOf" srcId="{588C053C-2DA8-425B-9A6C-15347B68B49F}" destId="{9A425D80-0F74-462D-9ADA-B98FA2717F4E}" srcOrd="0" destOrd="0" presId="urn:microsoft.com/office/officeart/2005/8/layout/hierarchy1"/>
    <dgm:cxn modelId="{95A88079-4EA8-45D6-8043-5C6157CE8429}" type="presOf" srcId="{F7FDE441-622A-4DB2-B76B-CFC0A7DB529F}" destId="{0B4A3311-DE63-4A6A-B923-F832DBC9393B}" srcOrd="0" destOrd="0" presId="urn:microsoft.com/office/officeart/2005/8/layout/hierarchy1"/>
    <dgm:cxn modelId="{F94AFB81-C8EB-4F85-A073-369193C4F1E5}" srcId="{F7FDE441-622A-4DB2-B76B-CFC0A7DB529F}" destId="{ADCD78C8-5D0B-413A-8BEA-F30984979ABC}" srcOrd="1" destOrd="0" parTransId="{69115E1A-F536-47AE-894C-067ADE2D2620}" sibTransId="{F91AEE1D-EA2D-441B-BB6F-7D2023160CB8}"/>
    <dgm:cxn modelId="{0C645688-735C-4BC7-8548-6EF489EAE392}" type="presOf" srcId="{21663978-4965-4736-8B06-23AC3BEF1314}" destId="{A58F0D73-7C4B-45D6-8044-8EE06203F9BC}" srcOrd="0" destOrd="0" presId="urn:microsoft.com/office/officeart/2005/8/layout/hierarchy1"/>
    <dgm:cxn modelId="{7BC7B088-38D3-46BD-B178-31AC5DB14AFD}" srcId="{37F1E348-FD6D-465B-A702-7BBAD9ACC0CD}" destId="{3C979381-85A9-4D5F-97C0-012A593DD207}" srcOrd="1" destOrd="0" parTransId="{050DDCEF-4417-4F1D-A121-65F2D0A0F70D}" sibTransId="{DA96DBE1-2796-4AD5-BEF0-FFD3FE685C4B}"/>
    <dgm:cxn modelId="{70C27E94-88BB-442D-A1C7-914FEAA191E7}" type="presOf" srcId="{4106BA45-4B0B-49B2-B429-A98253E46881}" destId="{381886E0-4131-4AFA-A7C4-2609BD191E2A}" srcOrd="0" destOrd="0" presId="urn:microsoft.com/office/officeart/2005/8/layout/hierarchy1"/>
    <dgm:cxn modelId="{11C599A8-7FC5-448D-9E34-5D33FFD6C8F5}" type="presOf" srcId="{050DDCEF-4417-4F1D-A121-65F2D0A0F70D}" destId="{3B22D6B7-653B-482D-8275-068E9E199B01}" srcOrd="0" destOrd="0" presId="urn:microsoft.com/office/officeart/2005/8/layout/hierarchy1"/>
    <dgm:cxn modelId="{F58271B0-4215-4477-A4F2-63BC1531E2C5}" type="presOf" srcId="{29B99C75-1F8B-4DFD-AA31-632E41FA760F}" destId="{68A41729-5B65-4770-811A-196AC6F3F024}" srcOrd="0" destOrd="0" presId="urn:microsoft.com/office/officeart/2005/8/layout/hierarchy1"/>
    <dgm:cxn modelId="{4C309FC6-5762-47C9-8176-61B51772A338}" type="presOf" srcId="{69115E1A-F536-47AE-894C-067ADE2D2620}" destId="{B6D48C6A-A50F-4AAB-9341-79A4BBEFD691}" srcOrd="0" destOrd="0" presId="urn:microsoft.com/office/officeart/2005/8/layout/hierarchy1"/>
    <dgm:cxn modelId="{1FE195C7-088D-4C48-93A1-74FEC1504DE4}" srcId="{588C053C-2DA8-425B-9A6C-15347B68B49F}" destId="{D474EEB6-8EA5-4EEE-B681-68A12DA4A269}" srcOrd="0" destOrd="0" parTransId="{EFB0BFA8-8B70-43F1-B943-E4FFBC90B048}" sibTransId="{0D30E9D4-9710-4CB6-A869-B010F7EF6BB5}"/>
    <dgm:cxn modelId="{8D69F0CC-3FA0-4385-8B9E-193FB5D00F54}" srcId="{D474EEB6-8EA5-4EEE-B681-68A12DA4A269}" destId="{F7FDE441-622A-4DB2-B76B-CFC0A7DB529F}" srcOrd="1" destOrd="0" parTransId="{581E203A-2F97-4943-85FF-FA7C3869EB30}" sibTransId="{E154C961-AAD7-435A-A43D-BF06D1F367CD}"/>
    <dgm:cxn modelId="{44246BD0-E9F4-4D78-902C-3D6CD9827144}" srcId="{D474EEB6-8EA5-4EEE-B681-68A12DA4A269}" destId="{37F1E348-FD6D-465B-A702-7BBAD9ACC0CD}" srcOrd="0" destOrd="0" parTransId="{8321027F-BE3B-4A1C-B832-C2025599EB84}" sibTransId="{55D305F7-C23F-4D68-9320-BC321D712273}"/>
    <dgm:cxn modelId="{8E02BFE3-F731-44D6-80BB-D250AB34F1FB}" srcId="{D474EEB6-8EA5-4EEE-B681-68A12DA4A269}" destId="{BD90E87C-06ED-4095-8273-04C0C2A9BCCD}" srcOrd="2" destOrd="0" parTransId="{0E32E621-71EE-48FA-8FC3-8F25CA32F65D}" sibTransId="{F17A4CB0-1096-423F-9263-D978F19A6C1A}"/>
    <dgm:cxn modelId="{C96D8FE8-F27D-4CD9-AB08-937C1104C05E}" type="presOf" srcId="{D474EEB6-8EA5-4EEE-B681-68A12DA4A269}" destId="{A7B82B3B-B5B0-4F50-A765-5C86AF9C0AB5}" srcOrd="0" destOrd="0" presId="urn:microsoft.com/office/officeart/2005/8/layout/hierarchy1"/>
    <dgm:cxn modelId="{7E629EED-B241-4D43-8D32-CB2446C85889}" type="presOf" srcId="{0E32E621-71EE-48FA-8FC3-8F25CA32F65D}" destId="{6EA0E66E-FF2A-4EB7-834B-EEC1B827CFE5}" srcOrd="0" destOrd="0" presId="urn:microsoft.com/office/officeart/2005/8/layout/hierarchy1"/>
    <dgm:cxn modelId="{F0A77FF1-A62A-4462-806B-6718E84D4436}" type="presOf" srcId="{8321027F-BE3B-4A1C-B832-C2025599EB84}" destId="{BC655205-028E-43B7-9571-4850C4C25BC2}" srcOrd="0" destOrd="0" presId="urn:microsoft.com/office/officeart/2005/8/layout/hierarchy1"/>
    <dgm:cxn modelId="{BA5C8FF2-5B42-431F-B6F6-CEB15AD2E14D}" srcId="{37F1E348-FD6D-465B-A702-7BBAD9ACC0CD}" destId="{19AF12EE-9A58-4F28-92C9-990AC35F59B8}" srcOrd="0" destOrd="0" parTransId="{21663978-4965-4736-8B06-23AC3BEF1314}" sibTransId="{685365FA-1FAF-4631-8E18-DD6B28C888D7}"/>
    <dgm:cxn modelId="{C67D4544-4257-4C92-8812-886DF0D1592A}" type="presParOf" srcId="{9A425D80-0F74-462D-9ADA-B98FA2717F4E}" destId="{AE32C24F-A13F-486B-B80E-4B0C1BF309A2}" srcOrd="0" destOrd="0" presId="urn:microsoft.com/office/officeart/2005/8/layout/hierarchy1"/>
    <dgm:cxn modelId="{F61B454B-4626-4999-95B1-49DA2BFE88BD}" type="presParOf" srcId="{AE32C24F-A13F-486B-B80E-4B0C1BF309A2}" destId="{32A78E9F-42C1-4D39-A063-F40E8684DC4E}" srcOrd="0" destOrd="0" presId="urn:microsoft.com/office/officeart/2005/8/layout/hierarchy1"/>
    <dgm:cxn modelId="{969EB223-6A5B-4FC0-8EF4-638909624821}" type="presParOf" srcId="{32A78E9F-42C1-4D39-A063-F40E8684DC4E}" destId="{D01A733C-0F75-4807-9B02-3E26B52ADCF9}" srcOrd="0" destOrd="0" presId="urn:microsoft.com/office/officeart/2005/8/layout/hierarchy1"/>
    <dgm:cxn modelId="{962FCE9E-03FD-4A78-88E2-4D15E4DAEDC5}" type="presParOf" srcId="{32A78E9F-42C1-4D39-A063-F40E8684DC4E}" destId="{A7B82B3B-B5B0-4F50-A765-5C86AF9C0AB5}" srcOrd="1" destOrd="0" presId="urn:microsoft.com/office/officeart/2005/8/layout/hierarchy1"/>
    <dgm:cxn modelId="{FECDD1F6-A827-4081-89B5-30C7A98B7B91}" type="presParOf" srcId="{AE32C24F-A13F-486B-B80E-4B0C1BF309A2}" destId="{D16E56EE-391F-43B3-A73B-9000C1C3306D}" srcOrd="1" destOrd="0" presId="urn:microsoft.com/office/officeart/2005/8/layout/hierarchy1"/>
    <dgm:cxn modelId="{5F473A16-DA4E-4C8B-BD7D-E4F0BDC409B1}" type="presParOf" srcId="{D16E56EE-391F-43B3-A73B-9000C1C3306D}" destId="{BC655205-028E-43B7-9571-4850C4C25BC2}" srcOrd="0" destOrd="0" presId="urn:microsoft.com/office/officeart/2005/8/layout/hierarchy1"/>
    <dgm:cxn modelId="{C5ECC8C1-1393-4BE6-A918-E4806F69F13C}" type="presParOf" srcId="{D16E56EE-391F-43B3-A73B-9000C1C3306D}" destId="{D1F76DD8-DEAD-4EFD-BFD8-BA2993512DF3}" srcOrd="1" destOrd="0" presId="urn:microsoft.com/office/officeart/2005/8/layout/hierarchy1"/>
    <dgm:cxn modelId="{DA7617D3-4E11-48A8-BBD3-FF9CF2A4CB65}" type="presParOf" srcId="{D1F76DD8-DEAD-4EFD-BFD8-BA2993512DF3}" destId="{B43B8FA8-6ACD-44AE-A0EC-FD290DB8C0DC}" srcOrd="0" destOrd="0" presId="urn:microsoft.com/office/officeart/2005/8/layout/hierarchy1"/>
    <dgm:cxn modelId="{C660C34C-9F56-4A25-8931-59F8380CA182}" type="presParOf" srcId="{B43B8FA8-6ACD-44AE-A0EC-FD290DB8C0DC}" destId="{61E1E6FE-3F3E-4C2B-A099-4B78EBA35048}" srcOrd="0" destOrd="0" presId="urn:microsoft.com/office/officeart/2005/8/layout/hierarchy1"/>
    <dgm:cxn modelId="{91313FCC-7EE0-4E4A-B8EC-2D454BD45EE2}" type="presParOf" srcId="{B43B8FA8-6ACD-44AE-A0EC-FD290DB8C0DC}" destId="{5AEBAAC8-EBCF-43CA-8FD1-1072BED4AD45}" srcOrd="1" destOrd="0" presId="urn:microsoft.com/office/officeart/2005/8/layout/hierarchy1"/>
    <dgm:cxn modelId="{9E40D117-B37D-4107-B119-012B3F75963B}" type="presParOf" srcId="{D1F76DD8-DEAD-4EFD-BFD8-BA2993512DF3}" destId="{964BDE65-ECF9-4862-8E30-8F78A0A7ED9B}" srcOrd="1" destOrd="0" presId="urn:microsoft.com/office/officeart/2005/8/layout/hierarchy1"/>
    <dgm:cxn modelId="{1061476F-31B4-4575-A93C-FE4FA344BC8E}" type="presParOf" srcId="{964BDE65-ECF9-4862-8E30-8F78A0A7ED9B}" destId="{A58F0D73-7C4B-45D6-8044-8EE06203F9BC}" srcOrd="0" destOrd="0" presId="urn:microsoft.com/office/officeart/2005/8/layout/hierarchy1"/>
    <dgm:cxn modelId="{1A5D907B-8199-4C70-973A-6590D3A75BF3}" type="presParOf" srcId="{964BDE65-ECF9-4862-8E30-8F78A0A7ED9B}" destId="{C9755687-159A-4FAC-82F7-7D4F1AF706AB}" srcOrd="1" destOrd="0" presId="urn:microsoft.com/office/officeart/2005/8/layout/hierarchy1"/>
    <dgm:cxn modelId="{83413789-6E77-4D6D-9383-8B1CBF2C9D0C}" type="presParOf" srcId="{C9755687-159A-4FAC-82F7-7D4F1AF706AB}" destId="{692E82B0-771B-4C7A-9E65-B81594AB5E0A}" srcOrd="0" destOrd="0" presId="urn:microsoft.com/office/officeart/2005/8/layout/hierarchy1"/>
    <dgm:cxn modelId="{0D3C7A29-9F81-4AE7-80DC-F54AD8D3F637}" type="presParOf" srcId="{692E82B0-771B-4C7A-9E65-B81594AB5E0A}" destId="{CE20E13D-77E8-44B1-AA44-BBB8B9685406}" srcOrd="0" destOrd="0" presId="urn:microsoft.com/office/officeart/2005/8/layout/hierarchy1"/>
    <dgm:cxn modelId="{34554ECB-DDDA-4B86-AB64-E397FFED2C37}" type="presParOf" srcId="{692E82B0-771B-4C7A-9E65-B81594AB5E0A}" destId="{A414F77C-0234-4290-9572-3595B48EF378}" srcOrd="1" destOrd="0" presId="urn:microsoft.com/office/officeart/2005/8/layout/hierarchy1"/>
    <dgm:cxn modelId="{29C61A3F-DDF3-4779-9793-74EBE14B53B9}" type="presParOf" srcId="{C9755687-159A-4FAC-82F7-7D4F1AF706AB}" destId="{4C6552C6-90F6-4126-88B5-4C8FE8B2E4A4}" srcOrd="1" destOrd="0" presId="urn:microsoft.com/office/officeart/2005/8/layout/hierarchy1"/>
    <dgm:cxn modelId="{65021B2B-FCB5-4A45-8729-DD4CB7444BD6}" type="presParOf" srcId="{964BDE65-ECF9-4862-8E30-8F78A0A7ED9B}" destId="{3B22D6B7-653B-482D-8275-068E9E199B01}" srcOrd="2" destOrd="0" presId="urn:microsoft.com/office/officeart/2005/8/layout/hierarchy1"/>
    <dgm:cxn modelId="{C7A79B7C-391D-4E64-8E0B-9CCA4A0FCC24}" type="presParOf" srcId="{964BDE65-ECF9-4862-8E30-8F78A0A7ED9B}" destId="{5F5A6C33-3502-45E1-88B8-90739EDCA62A}" srcOrd="3" destOrd="0" presId="urn:microsoft.com/office/officeart/2005/8/layout/hierarchy1"/>
    <dgm:cxn modelId="{03AC8B66-C183-4C44-B94B-ECC98CE28D60}" type="presParOf" srcId="{5F5A6C33-3502-45E1-88B8-90739EDCA62A}" destId="{6A196BA7-A82C-492E-8F39-89084B58419D}" srcOrd="0" destOrd="0" presId="urn:microsoft.com/office/officeart/2005/8/layout/hierarchy1"/>
    <dgm:cxn modelId="{E8BB893B-ACFD-4E22-8B84-05E81D1632CC}" type="presParOf" srcId="{6A196BA7-A82C-492E-8F39-89084B58419D}" destId="{1A0FF2A7-8FA5-4711-9276-DD7346D01619}" srcOrd="0" destOrd="0" presId="urn:microsoft.com/office/officeart/2005/8/layout/hierarchy1"/>
    <dgm:cxn modelId="{6439ABA1-EA55-4945-86C1-11925D524BA6}" type="presParOf" srcId="{6A196BA7-A82C-492E-8F39-89084B58419D}" destId="{44A6E05F-E405-452F-80E3-EED89C9B3F88}" srcOrd="1" destOrd="0" presId="urn:microsoft.com/office/officeart/2005/8/layout/hierarchy1"/>
    <dgm:cxn modelId="{C037D904-8AF4-4441-AA72-4CE70351C56B}" type="presParOf" srcId="{5F5A6C33-3502-45E1-88B8-90739EDCA62A}" destId="{8D772B83-04AE-47E9-9FEB-DE06B83F9AF7}" srcOrd="1" destOrd="0" presId="urn:microsoft.com/office/officeart/2005/8/layout/hierarchy1"/>
    <dgm:cxn modelId="{C8DC3052-766D-47EB-AE35-0EFEA9C69489}" type="presParOf" srcId="{D16E56EE-391F-43B3-A73B-9000C1C3306D}" destId="{E3383622-7E74-488F-8C3E-03479E07D3EA}" srcOrd="2" destOrd="0" presId="urn:microsoft.com/office/officeart/2005/8/layout/hierarchy1"/>
    <dgm:cxn modelId="{61BB9D34-2116-45FB-8925-60A5CA737958}" type="presParOf" srcId="{D16E56EE-391F-43B3-A73B-9000C1C3306D}" destId="{CBDA1934-1D22-4A30-83FA-303881F5B6D9}" srcOrd="3" destOrd="0" presId="urn:microsoft.com/office/officeart/2005/8/layout/hierarchy1"/>
    <dgm:cxn modelId="{CFBAFFA5-6BAE-4ECC-B00A-F411F30E8152}" type="presParOf" srcId="{CBDA1934-1D22-4A30-83FA-303881F5B6D9}" destId="{323931BE-B9EA-4B7E-B51B-AB31FF0F6986}" srcOrd="0" destOrd="0" presId="urn:microsoft.com/office/officeart/2005/8/layout/hierarchy1"/>
    <dgm:cxn modelId="{7651FF0A-9BCD-47C2-82B7-189A23A6A19B}" type="presParOf" srcId="{323931BE-B9EA-4B7E-B51B-AB31FF0F6986}" destId="{0818F5A9-0A8E-4E48-A8AF-3BFE4D7ADDEC}" srcOrd="0" destOrd="0" presId="urn:microsoft.com/office/officeart/2005/8/layout/hierarchy1"/>
    <dgm:cxn modelId="{1CFA1A89-9AA9-489D-BB9C-9D69C95F1C5B}" type="presParOf" srcId="{323931BE-B9EA-4B7E-B51B-AB31FF0F6986}" destId="{0B4A3311-DE63-4A6A-B923-F832DBC9393B}" srcOrd="1" destOrd="0" presId="urn:microsoft.com/office/officeart/2005/8/layout/hierarchy1"/>
    <dgm:cxn modelId="{F1C5932D-9F79-4B17-9366-1C47656AF077}" type="presParOf" srcId="{CBDA1934-1D22-4A30-83FA-303881F5B6D9}" destId="{FE57B1AF-925D-425B-894C-7B1F11E331B5}" srcOrd="1" destOrd="0" presId="urn:microsoft.com/office/officeart/2005/8/layout/hierarchy1"/>
    <dgm:cxn modelId="{D2C42617-CC4B-4931-B445-CF792D395C17}" type="presParOf" srcId="{FE57B1AF-925D-425B-894C-7B1F11E331B5}" destId="{CA38937D-77E5-4783-A680-E78900316DF6}" srcOrd="0" destOrd="0" presId="urn:microsoft.com/office/officeart/2005/8/layout/hierarchy1"/>
    <dgm:cxn modelId="{31B90F24-5B36-4F97-A5B6-B0895D2B35B3}" type="presParOf" srcId="{FE57B1AF-925D-425B-894C-7B1F11E331B5}" destId="{D813B535-B987-465A-B4FA-DD172E41877F}" srcOrd="1" destOrd="0" presId="urn:microsoft.com/office/officeart/2005/8/layout/hierarchy1"/>
    <dgm:cxn modelId="{08C120BD-F5D6-4AE5-905E-35C67D9F0C70}" type="presParOf" srcId="{D813B535-B987-465A-B4FA-DD172E41877F}" destId="{CD8524ED-360C-47DA-8692-AB7280616B5B}" srcOrd="0" destOrd="0" presId="urn:microsoft.com/office/officeart/2005/8/layout/hierarchy1"/>
    <dgm:cxn modelId="{0E05C9A9-295A-4548-A305-6619DCEB0AB2}" type="presParOf" srcId="{CD8524ED-360C-47DA-8692-AB7280616B5B}" destId="{E4643D69-AD09-4BB9-81E8-744CB84C2F5D}" srcOrd="0" destOrd="0" presId="urn:microsoft.com/office/officeart/2005/8/layout/hierarchy1"/>
    <dgm:cxn modelId="{7BA496F3-49C6-4B60-B1E1-EE3E17A78827}" type="presParOf" srcId="{CD8524ED-360C-47DA-8692-AB7280616B5B}" destId="{68A41729-5B65-4770-811A-196AC6F3F024}" srcOrd="1" destOrd="0" presId="urn:microsoft.com/office/officeart/2005/8/layout/hierarchy1"/>
    <dgm:cxn modelId="{DBBB54FC-11EA-4B8A-9919-3DA62DD1EE73}" type="presParOf" srcId="{D813B535-B987-465A-B4FA-DD172E41877F}" destId="{ED6A82A9-530B-4261-8C4E-8E164AE682D1}" srcOrd="1" destOrd="0" presId="urn:microsoft.com/office/officeart/2005/8/layout/hierarchy1"/>
    <dgm:cxn modelId="{77DF2199-1E6F-4543-981A-04A0E4D434F5}" type="presParOf" srcId="{FE57B1AF-925D-425B-894C-7B1F11E331B5}" destId="{B6D48C6A-A50F-4AAB-9341-79A4BBEFD691}" srcOrd="2" destOrd="0" presId="urn:microsoft.com/office/officeart/2005/8/layout/hierarchy1"/>
    <dgm:cxn modelId="{C44C3615-5EC0-49C5-B2C8-C1C950374D8B}" type="presParOf" srcId="{FE57B1AF-925D-425B-894C-7B1F11E331B5}" destId="{0DC19BF7-57A6-4104-9F5F-3669894AE927}" srcOrd="3" destOrd="0" presId="urn:microsoft.com/office/officeart/2005/8/layout/hierarchy1"/>
    <dgm:cxn modelId="{B2A68BDA-A69A-4D9C-A657-F526A45C19C6}" type="presParOf" srcId="{0DC19BF7-57A6-4104-9F5F-3669894AE927}" destId="{DED5E5AB-F1A6-4F23-82A1-6AD48B008163}" srcOrd="0" destOrd="0" presId="urn:microsoft.com/office/officeart/2005/8/layout/hierarchy1"/>
    <dgm:cxn modelId="{C787937C-0A53-4FFB-9466-23CBFAB2D277}" type="presParOf" srcId="{DED5E5AB-F1A6-4F23-82A1-6AD48B008163}" destId="{05A53ED2-F270-460F-9E33-2912D4B8B697}" srcOrd="0" destOrd="0" presId="urn:microsoft.com/office/officeart/2005/8/layout/hierarchy1"/>
    <dgm:cxn modelId="{CEE3C1F3-1D4D-4DE4-B729-AF2FB16806C9}" type="presParOf" srcId="{DED5E5AB-F1A6-4F23-82A1-6AD48B008163}" destId="{51B461F8-3C0E-4711-B060-280797AF2E39}" srcOrd="1" destOrd="0" presId="urn:microsoft.com/office/officeart/2005/8/layout/hierarchy1"/>
    <dgm:cxn modelId="{E5AAD2C2-052C-47C3-85A8-D0A05653B21C}" type="presParOf" srcId="{0DC19BF7-57A6-4104-9F5F-3669894AE927}" destId="{4E582E5D-9870-4619-B4A0-88038FBC17A5}" srcOrd="1" destOrd="0" presId="urn:microsoft.com/office/officeart/2005/8/layout/hierarchy1"/>
    <dgm:cxn modelId="{DC25AE83-3DF6-49A6-9E27-4D8592D85F30}" type="presParOf" srcId="{D16E56EE-391F-43B3-A73B-9000C1C3306D}" destId="{6EA0E66E-FF2A-4EB7-834B-EEC1B827CFE5}" srcOrd="4" destOrd="0" presId="urn:microsoft.com/office/officeart/2005/8/layout/hierarchy1"/>
    <dgm:cxn modelId="{78C00919-CEB0-4004-85CE-F6F23C8B9885}" type="presParOf" srcId="{D16E56EE-391F-43B3-A73B-9000C1C3306D}" destId="{046B329A-8AA8-453D-A097-503A365EE0CB}" srcOrd="5" destOrd="0" presId="urn:microsoft.com/office/officeart/2005/8/layout/hierarchy1"/>
    <dgm:cxn modelId="{EEAC9E8F-EE4C-407E-B879-B8A93E255407}" type="presParOf" srcId="{046B329A-8AA8-453D-A097-503A365EE0CB}" destId="{4B886990-0075-478A-B162-FD3CEF6A7D93}" srcOrd="0" destOrd="0" presId="urn:microsoft.com/office/officeart/2005/8/layout/hierarchy1"/>
    <dgm:cxn modelId="{FDD61FF9-F018-40E3-A2D5-E8079117103B}" type="presParOf" srcId="{4B886990-0075-478A-B162-FD3CEF6A7D93}" destId="{CB61987B-1DF4-47BD-8DC5-6F5C2C32D1C6}" srcOrd="0" destOrd="0" presId="urn:microsoft.com/office/officeart/2005/8/layout/hierarchy1"/>
    <dgm:cxn modelId="{AD2FC764-F52A-4676-93F6-4D423BC608F0}" type="presParOf" srcId="{4B886990-0075-478A-B162-FD3CEF6A7D93}" destId="{6F92227E-94EF-483C-90CB-E3B5113B5113}" srcOrd="1" destOrd="0" presId="urn:microsoft.com/office/officeart/2005/8/layout/hierarchy1"/>
    <dgm:cxn modelId="{D4F423BB-BEB2-404D-AB7C-8A4E4CFE6DFB}" type="presParOf" srcId="{046B329A-8AA8-453D-A097-503A365EE0CB}" destId="{CC30DD4B-F59B-4EEB-93AA-4019BCD930D3}" srcOrd="1" destOrd="0" presId="urn:microsoft.com/office/officeart/2005/8/layout/hierarchy1"/>
    <dgm:cxn modelId="{218CBA8B-B6FD-4DFD-906D-C18B6D63C6D7}" type="presParOf" srcId="{CC30DD4B-F59B-4EEB-93AA-4019BCD930D3}" destId="{FB4C47C1-574F-4CF0-8DC0-6E74432633DD}" srcOrd="0" destOrd="0" presId="urn:microsoft.com/office/officeart/2005/8/layout/hierarchy1"/>
    <dgm:cxn modelId="{4868F647-3509-474B-92DB-9DEEFDC43226}" type="presParOf" srcId="{CC30DD4B-F59B-4EEB-93AA-4019BCD930D3}" destId="{AE67F734-F476-42B3-8735-A53BC626B123}" srcOrd="1" destOrd="0" presId="urn:microsoft.com/office/officeart/2005/8/layout/hierarchy1"/>
    <dgm:cxn modelId="{46DF930F-D5E7-4FE0-9BE2-CA0546A5F7B1}" type="presParOf" srcId="{AE67F734-F476-42B3-8735-A53BC626B123}" destId="{F753B460-A714-4030-9ED4-6D6FFF4AB364}" srcOrd="0" destOrd="0" presId="urn:microsoft.com/office/officeart/2005/8/layout/hierarchy1"/>
    <dgm:cxn modelId="{BEF717A2-096D-4FDE-AD1E-7C4317FD5987}" type="presParOf" srcId="{F753B460-A714-4030-9ED4-6D6FFF4AB364}" destId="{98536DA0-BC4D-4755-9380-E2244358FA9A}" srcOrd="0" destOrd="0" presId="urn:microsoft.com/office/officeart/2005/8/layout/hierarchy1"/>
    <dgm:cxn modelId="{CACE78A7-A808-4F52-803E-582BD2113F33}" type="presParOf" srcId="{F753B460-A714-4030-9ED4-6D6FFF4AB364}" destId="{381886E0-4131-4AFA-A7C4-2609BD191E2A}" srcOrd="1" destOrd="0" presId="urn:microsoft.com/office/officeart/2005/8/layout/hierarchy1"/>
    <dgm:cxn modelId="{6B3FACE4-AE8D-4D19-8312-4A131CC0BE7E}" type="presParOf" srcId="{AE67F734-F476-42B3-8735-A53BC626B123}" destId="{56E18433-88DB-4AF3-BA42-75755C7F9E30}" srcOrd="1" destOrd="0" presId="urn:microsoft.com/office/officeart/2005/8/layout/hierarchy1"/>
    <dgm:cxn modelId="{F4B237E1-BF37-4963-B6B7-06439F8CF388}" type="presParOf" srcId="{CC30DD4B-F59B-4EEB-93AA-4019BCD930D3}" destId="{EC75D862-DAB2-49CF-9704-8833DEBD4A2E}" srcOrd="2" destOrd="0" presId="urn:microsoft.com/office/officeart/2005/8/layout/hierarchy1"/>
    <dgm:cxn modelId="{10556BAC-3DD7-44B8-86D5-59A4D65FB2B7}" type="presParOf" srcId="{CC30DD4B-F59B-4EEB-93AA-4019BCD930D3}" destId="{B7863ED3-DC49-4BA6-8C47-98163EEBCC55}" srcOrd="3" destOrd="0" presId="urn:microsoft.com/office/officeart/2005/8/layout/hierarchy1"/>
    <dgm:cxn modelId="{F29D21EB-55A1-497C-ADE7-153AB833B08D}" type="presParOf" srcId="{B7863ED3-DC49-4BA6-8C47-98163EEBCC55}" destId="{23B486DF-E2FD-4830-B753-D1FD4E4E4158}" srcOrd="0" destOrd="0" presId="urn:microsoft.com/office/officeart/2005/8/layout/hierarchy1"/>
    <dgm:cxn modelId="{67004B20-4272-474C-80F7-08E1538C9A7D}" type="presParOf" srcId="{23B486DF-E2FD-4830-B753-D1FD4E4E4158}" destId="{B5DA3C44-4EA4-41BB-A9F8-F1BD0A92D593}" srcOrd="0" destOrd="0" presId="urn:microsoft.com/office/officeart/2005/8/layout/hierarchy1"/>
    <dgm:cxn modelId="{4413DBFC-BD25-4AE2-BA75-72D898B94AAA}" type="presParOf" srcId="{23B486DF-E2FD-4830-B753-D1FD4E4E4158}" destId="{D07FD7BD-B3DA-44C2-82A3-041597C93477}" srcOrd="1" destOrd="0" presId="urn:microsoft.com/office/officeart/2005/8/layout/hierarchy1"/>
    <dgm:cxn modelId="{5FDC1DD4-FBB4-40CF-81F2-72A671E6C80B}" type="presParOf" srcId="{B7863ED3-DC49-4BA6-8C47-98163EEBCC55}" destId="{6E423A59-A9C7-4FA2-A79B-764AC54DDCC7}"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8C053C-2DA8-425B-9A6C-15347B68B49F}" type="doc">
      <dgm:prSet loTypeId="urn:microsoft.com/office/officeart/2005/8/layout/hierarchy1" loCatId="hierarchy" qsTypeId="urn:microsoft.com/office/officeart/2005/8/quickstyle/simple5" qsCatId="simple" csTypeId="urn:microsoft.com/office/officeart/2005/8/colors/accent1_2" csCatId="accent1" phldr="1"/>
      <dgm:spPr/>
      <dgm:t>
        <a:bodyPr/>
        <a:lstStyle/>
        <a:p>
          <a:endParaRPr lang="en-US"/>
        </a:p>
      </dgm:t>
    </dgm:pt>
    <dgm:pt modelId="{37F1E348-FD6D-465B-A702-7BBAD9ACC0CD}">
      <dgm:prSet phldr="0"/>
      <dgm:spPr/>
      <dgm:t>
        <a:bodyPr/>
        <a:lstStyle/>
        <a:p>
          <a:pPr rtl="0"/>
          <a:r>
            <a:rPr lang="en-US" dirty="0">
              <a:latin typeface="Gill Sans MT" panose="020B0502020104020203"/>
            </a:rPr>
            <a:t>Microeconomic</a:t>
          </a:r>
        </a:p>
      </dgm:t>
    </dgm:pt>
    <dgm:pt modelId="{8321027F-BE3B-4A1C-B832-C2025599EB84}" type="parTrans" cxnId="{44246BD0-E9F4-4D78-902C-3D6CD9827144}">
      <dgm:prSet/>
      <dgm:spPr/>
    </dgm:pt>
    <dgm:pt modelId="{55D305F7-C23F-4D68-9320-BC321D712273}" type="sibTrans" cxnId="{44246BD0-E9F4-4D78-902C-3D6CD9827144}">
      <dgm:prSet/>
      <dgm:spPr/>
    </dgm:pt>
    <dgm:pt modelId="{F7FDE441-622A-4DB2-B76B-CFC0A7DB529F}">
      <dgm:prSet phldr="0"/>
      <dgm:spPr/>
      <dgm:t>
        <a:bodyPr/>
        <a:lstStyle/>
        <a:p>
          <a:r>
            <a:rPr lang="en-US" dirty="0">
              <a:latin typeface="Gill Sans MT" panose="020B0502020104020203"/>
            </a:rPr>
            <a:t>Macroeconomic</a:t>
          </a:r>
        </a:p>
      </dgm:t>
    </dgm:pt>
    <dgm:pt modelId="{581E203A-2F97-4943-85FF-FA7C3869EB30}" type="parTrans" cxnId="{8D69F0CC-3FA0-4385-8B9E-193FB5D00F54}">
      <dgm:prSet/>
      <dgm:spPr/>
    </dgm:pt>
    <dgm:pt modelId="{E154C961-AAD7-435A-A43D-BF06D1F367CD}" type="sibTrans" cxnId="{8D69F0CC-3FA0-4385-8B9E-193FB5D00F54}">
      <dgm:prSet/>
      <dgm:spPr/>
    </dgm:pt>
    <dgm:pt modelId="{4106BA45-4B0B-49B2-B429-A98253E46881}">
      <dgm:prSet phldr="0"/>
      <dgm:spPr/>
      <dgm:t>
        <a:bodyPr/>
        <a:lstStyle/>
        <a:p>
          <a:r>
            <a:rPr lang="en-US" dirty="0">
              <a:latin typeface="Gill Sans MT" panose="020B0502020104020203"/>
            </a:rPr>
            <a:t>Raw</a:t>
          </a:r>
        </a:p>
      </dgm:t>
    </dgm:pt>
    <dgm:pt modelId="{16887120-223A-4BCE-9F52-09C1F4618DDF}" type="parTrans" cxnId="{54F5863C-FDA7-4A41-8807-6DD5AF15C2EB}">
      <dgm:prSet/>
      <dgm:spPr/>
    </dgm:pt>
    <dgm:pt modelId="{B020BF14-2258-4D35-B470-F9D7F7CD0882}" type="sibTrans" cxnId="{54F5863C-FDA7-4A41-8807-6DD5AF15C2EB}">
      <dgm:prSet/>
      <dgm:spPr/>
    </dgm:pt>
    <dgm:pt modelId="{5F8F920E-6060-4473-ABEE-AB9861CC46C7}">
      <dgm:prSet phldr="0"/>
      <dgm:spPr/>
      <dgm:t>
        <a:bodyPr/>
        <a:lstStyle/>
        <a:p>
          <a:r>
            <a:rPr lang="en-US" dirty="0">
              <a:latin typeface="Gill Sans MT" panose="020B0502020104020203"/>
            </a:rPr>
            <a:t>Percent</a:t>
          </a:r>
        </a:p>
      </dgm:t>
    </dgm:pt>
    <dgm:pt modelId="{912022F5-6158-4367-805B-29B25AE19326}" type="parTrans" cxnId="{5A134508-FAB1-4D2B-A3FB-262CA4F8C134}">
      <dgm:prSet/>
      <dgm:spPr/>
    </dgm:pt>
    <dgm:pt modelId="{9092E0E2-39C8-43E0-8375-512E04A4FD21}" type="sibTrans" cxnId="{5A134508-FAB1-4D2B-A3FB-262CA4F8C134}">
      <dgm:prSet/>
      <dgm:spPr/>
    </dgm:pt>
    <dgm:pt modelId="{19AF12EE-9A58-4F28-92C9-990AC35F59B8}">
      <dgm:prSet phldr="0"/>
      <dgm:spPr/>
      <dgm:t>
        <a:bodyPr/>
        <a:lstStyle/>
        <a:p>
          <a:r>
            <a:rPr lang="en-US" dirty="0">
              <a:latin typeface="Gill Sans MT" panose="020B0502020104020203"/>
            </a:rPr>
            <a:t>Raw</a:t>
          </a:r>
        </a:p>
      </dgm:t>
    </dgm:pt>
    <dgm:pt modelId="{21663978-4965-4736-8B06-23AC3BEF1314}" type="parTrans" cxnId="{BA5C8FF2-5B42-431F-B6F6-CEB15AD2E14D}">
      <dgm:prSet/>
      <dgm:spPr/>
    </dgm:pt>
    <dgm:pt modelId="{685365FA-1FAF-4631-8E18-DD6B28C888D7}" type="sibTrans" cxnId="{BA5C8FF2-5B42-431F-B6F6-CEB15AD2E14D}">
      <dgm:prSet/>
      <dgm:spPr/>
    </dgm:pt>
    <dgm:pt modelId="{3C979381-85A9-4D5F-97C0-012A593DD207}">
      <dgm:prSet phldr="0"/>
      <dgm:spPr/>
      <dgm:t>
        <a:bodyPr/>
        <a:lstStyle/>
        <a:p>
          <a:r>
            <a:rPr lang="en-US" dirty="0">
              <a:latin typeface="Gill Sans MT" panose="020B0502020104020203"/>
            </a:rPr>
            <a:t>Percent</a:t>
          </a:r>
        </a:p>
      </dgm:t>
    </dgm:pt>
    <dgm:pt modelId="{050DDCEF-4417-4F1D-A121-65F2D0A0F70D}" type="parTrans" cxnId="{7BC7B088-38D3-46BD-B178-31AC5DB14AFD}">
      <dgm:prSet/>
      <dgm:spPr/>
    </dgm:pt>
    <dgm:pt modelId="{DA96DBE1-2796-4AD5-BEF0-FFD3FE685C4B}" type="sibTrans" cxnId="{7BC7B088-38D3-46BD-B178-31AC5DB14AFD}">
      <dgm:prSet/>
      <dgm:spPr/>
    </dgm:pt>
    <dgm:pt modelId="{BD90E87C-06ED-4095-8273-04C0C2A9BCCD}">
      <dgm:prSet phldr="0"/>
      <dgm:spPr/>
      <dgm:t>
        <a:bodyPr/>
        <a:lstStyle/>
        <a:p>
          <a:r>
            <a:rPr lang="en-US" dirty="0">
              <a:latin typeface="Gill Sans MT" panose="020B0502020104020203"/>
            </a:rPr>
            <a:t>All</a:t>
          </a:r>
        </a:p>
      </dgm:t>
    </dgm:pt>
    <dgm:pt modelId="{0E32E621-71EE-48FA-8FC3-8F25CA32F65D}" type="parTrans" cxnId="{8E02BFE3-F731-44D6-80BB-D250AB34F1FB}">
      <dgm:prSet/>
      <dgm:spPr/>
    </dgm:pt>
    <dgm:pt modelId="{F17A4CB0-1096-423F-9263-D978F19A6C1A}" type="sibTrans" cxnId="{8E02BFE3-F731-44D6-80BB-D250AB34F1FB}">
      <dgm:prSet/>
      <dgm:spPr/>
    </dgm:pt>
    <dgm:pt modelId="{29B99C75-1F8B-4DFD-AA31-632E41FA760F}">
      <dgm:prSet phldr="0"/>
      <dgm:spPr/>
      <dgm:t>
        <a:bodyPr/>
        <a:lstStyle/>
        <a:p>
          <a:pPr rtl="0"/>
          <a:r>
            <a:rPr lang="en-US" dirty="0">
              <a:latin typeface="Gill Sans MT" panose="020B0502020104020203"/>
            </a:rPr>
            <a:t>Raw </a:t>
          </a:r>
        </a:p>
      </dgm:t>
    </dgm:pt>
    <dgm:pt modelId="{BD0E7147-0D25-47F8-B1E8-BB5CAFB5CE06}" type="parTrans" cxnId="{FDBA6E73-ACA9-4450-A37E-16608E976E9A}">
      <dgm:prSet/>
      <dgm:spPr/>
    </dgm:pt>
    <dgm:pt modelId="{1BB6A148-8CCE-4DAC-BEBD-96850ACA29C5}" type="sibTrans" cxnId="{FDBA6E73-ACA9-4450-A37E-16608E976E9A}">
      <dgm:prSet/>
      <dgm:spPr/>
    </dgm:pt>
    <dgm:pt modelId="{ADCD78C8-5D0B-413A-8BEA-F30984979ABC}">
      <dgm:prSet phldr="0"/>
      <dgm:spPr/>
      <dgm:t>
        <a:bodyPr/>
        <a:lstStyle/>
        <a:p>
          <a:r>
            <a:rPr lang="en-US" dirty="0">
              <a:latin typeface="Gill Sans MT" panose="020B0502020104020203"/>
            </a:rPr>
            <a:t>Percent</a:t>
          </a:r>
          <a:endParaRPr lang="en-US" dirty="0"/>
        </a:p>
      </dgm:t>
    </dgm:pt>
    <dgm:pt modelId="{69115E1A-F536-47AE-894C-067ADE2D2620}" type="parTrans" cxnId="{F94AFB81-C8EB-4F85-A073-369193C4F1E5}">
      <dgm:prSet/>
      <dgm:spPr/>
    </dgm:pt>
    <dgm:pt modelId="{F91AEE1D-EA2D-441B-BB6F-7D2023160CB8}" type="sibTrans" cxnId="{F94AFB81-C8EB-4F85-A073-369193C4F1E5}">
      <dgm:prSet/>
      <dgm:spPr/>
    </dgm:pt>
    <dgm:pt modelId="{80D83EC3-341E-4D62-B2B2-477ECF16D161}">
      <dgm:prSet phldr="0"/>
      <dgm:spPr/>
      <dgm:t>
        <a:bodyPr/>
        <a:lstStyle/>
        <a:p>
          <a:pPr rtl="0"/>
          <a:r>
            <a:rPr lang="en-US" dirty="0">
              <a:latin typeface="Gill Sans MT" panose="020B0502020104020203"/>
            </a:rPr>
            <a:t>Data Separation</a:t>
          </a:r>
        </a:p>
      </dgm:t>
    </dgm:pt>
    <dgm:pt modelId="{EEEC023C-E804-40CB-8129-29971EDA6EDE}" type="parTrans" cxnId="{66246930-8406-4093-9757-AB5E6A2FD8A0}">
      <dgm:prSet/>
      <dgm:spPr/>
    </dgm:pt>
    <dgm:pt modelId="{17548042-9F85-46F7-804A-DD8AAAA99DD8}" type="sibTrans" cxnId="{66246930-8406-4093-9757-AB5E6A2FD8A0}">
      <dgm:prSet/>
      <dgm:spPr/>
    </dgm:pt>
    <dgm:pt modelId="{9A425D80-0F74-462D-9ADA-B98FA2717F4E}" type="pres">
      <dgm:prSet presAssocID="{588C053C-2DA8-425B-9A6C-15347B68B49F}" presName="hierChild1" presStyleCnt="0">
        <dgm:presLayoutVars>
          <dgm:chPref val="1"/>
          <dgm:dir/>
          <dgm:animOne val="branch"/>
          <dgm:animLvl val="lvl"/>
          <dgm:resizeHandles/>
        </dgm:presLayoutVars>
      </dgm:prSet>
      <dgm:spPr/>
    </dgm:pt>
    <dgm:pt modelId="{CC5ED83E-2E22-4983-8F0F-DEF9E349426B}" type="pres">
      <dgm:prSet presAssocID="{80D83EC3-341E-4D62-B2B2-477ECF16D161}" presName="hierRoot1" presStyleCnt="0"/>
      <dgm:spPr/>
    </dgm:pt>
    <dgm:pt modelId="{9B03CDA5-2F98-47C0-A4B2-DF8530F12686}" type="pres">
      <dgm:prSet presAssocID="{80D83EC3-341E-4D62-B2B2-477ECF16D161}" presName="composite" presStyleCnt="0"/>
      <dgm:spPr/>
    </dgm:pt>
    <dgm:pt modelId="{A92D3642-8C69-420A-B658-D4F6B5BED0CE}" type="pres">
      <dgm:prSet presAssocID="{80D83EC3-341E-4D62-B2B2-477ECF16D161}" presName="background" presStyleLbl="node0" presStyleIdx="0" presStyleCnt="1"/>
      <dgm:spPr/>
    </dgm:pt>
    <dgm:pt modelId="{7EC620FF-AB4B-4EA6-9466-7D319F97873E}" type="pres">
      <dgm:prSet presAssocID="{80D83EC3-341E-4D62-B2B2-477ECF16D161}" presName="text" presStyleLbl="fgAcc0" presStyleIdx="0" presStyleCnt="1">
        <dgm:presLayoutVars>
          <dgm:chPref val="3"/>
        </dgm:presLayoutVars>
      </dgm:prSet>
      <dgm:spPr/>
    </dgm:pt>
    <dgm:pt modelId="{FE97F02D-273F-45CA-A1D6-556E7020F066}" type="pres">
      <dgm:prSet presAssocID="{80D83EC3-341E-4D62-B2B2-477ECF16D161}" presName="hierChild2" presStyleCnt="0"/>
      <dgm:spPr/>
    </dgm:pt>
    <dgm:pt modelId="{67034137-8976-4A6C-8896-5F8E95FC32A1}" type="pres">
      <dgm:prSet presAssocID="{8321027F-BE3B-4A1C-B832-C2025599EB84}" presName="Name10" presStyleLbl="parChTrans1D2" presStyleIdx="0" presStyleCnt="3"/>
      <dgm:spPr/>
    </dgm:pt>
    <dgm:pt modelId="{CEFA0B84-6225-447C-A737-30B3A7EDEC02}" type="pres">
      <dgm:prSet presAssocID="{37F1E348-FD6D-465B-A702-7BBAD9ACC0CD}" presName="hierRoot2" presStyleCnt="0"/>
      <dgm:spPr/>
    </dgm:pt>
    <dgm:pt modelId="{898B8869-24AA-451E-8F09-343C8E89D668}" type="pres">
      <dgm:prSet presAssocID="{37F1E348-FD6D-465B-A702-7BBAD9ACC0CD}" presName="composite2" presStyleCnt="0"/>
      <dgm:spPr/>
    </dgm:pt>
    <dgm:pt modelId="{2A238E86-2D8E-4A68-8BEA-20240E8141B3}" type="pres">
      <dgm:prSet presAssocID="{37F1E348-FD6D-465B-A702-7BBAD9ACC0CD}" presName="background2" presStyleLbl="node2" presStyleIdx="0" presStyleCnt="3"/>
      <dgm:spPr/>
    </dgm:pt>
    <dgm:pt modelId="{977034BF-AE8C-486F-B67D-8DF70AEEA6FE}" type="pres">
      <dgm:prSet presAssocID="{37F1E348-FD6D-465B-A702-7BBAD9ACC0CD}" presName="text2" presStyleLbl="fgAcc2" presStyleIdx="0" presStyleCnt="3">
        <dgm:presLayoutVars>
          <dgm:chPref val="3"/>
        </dgm:presLayoutVars>
      </dgm:prSet>
      <dgm:spPr/>
    </dgm:pt>
    <dgm:pt modelId="{CC02DD15-A02A-4787-AA02-E219EE1A7D4B}" type="pres">
      <dgm:prSet presAssocID="{37F1E348-FD6D-465B-A702-7BBAD9ACC0CD}" presName="hierChild3" presStyleCnt="0"/>
      <dgm:spPr/>
    </dgm:pt>
    <dgm:pt modelId="{FDEC75D9-CF31-4039-9113-86EFF2895B8E}" type="pres">
      <dgm:prSet presAssocID="{21663978-4965-4736-8B06-23AC3BEF1314}" presName="Name17" presStyleLbl="parChTrans1D3" presStyleIdx="0" presStyleCnt="6"/>
      <dgm:spPr/>
    </dgm:pt>
    <dgm:pt modelId="{9DE0C074-F7F7-4CD6-A2E2-1A4210123E12}" type="pres">
      <dgm:prSet presAssocID="{19AF12EE-9A58-4F28-92C9-990AC35F59B8}" presName="hierRoot3" presStyleCnt="0"/>
      <dgm:spPr/>
    </dgm:pt>
    <dgm:pt modelId="{5BD92D57-E098-47AA-9D88-B27D54DDF42D}" type="pres">
      <dgm:prSet presAssocID="{19AF12EE-9A58-4F28-92C9-990AC35F59B8}" presName="composite3" presStyleCnt="0"/>
      <dgm:spPr/>
    </dgm:pt>
    <dgm:pt modelId="{BA7AA9F2-FE8D-4644-8C7B-5168BCAE4806}" type="pres">
      <dgm:prSet presAssocID="{19AF12EE-9A58-4F28-92C9-990AC35F59B8}" presName="background3" presStyleLbl="node3" presStyleIdx="0" presStyleCnt="6"/>
      <dgm:spPr/>
    </dgm:pt>
    <dgm:pt modelId="{5BF9CC4E-5F67-4C59-AE96-AAEF714A2698}" type="pres">
      <dgm:prSet presAssocID="{19AF12EE-9A58-4F28-92C9-990AC35F59B8}" presName="text3" presStyleLbl="fgAcc3" presStyleIdx="0" presStyleCnt="6">
        <dgm:presLayoutVars>
          <dgm:chPref val="3"/>
        </dgm:presLayoutVars>
      </dgm:prSet>
      <dgm:spPr/>
    </dgm:pt>
    <dgm:pt modelId="{6BE2201F-1FDD-4947-A314-D045A0C85B8D}" type="pres">
      <dgm:prSet presAssocID="{19AF12EE-9A58-4F28-92C9-990AC35F59B8}" presName="hierChild4" presStyleCnt="0"/>
      <dgm:spPr/>
    </dgm:pt>
    <dgm:pt modelId="{F7B5C64C-48FB-4B1E-8694-D1CD992412EB}" type="pres">
      <dgm:prSet presAssocID="{050DDCEF-4417-4F1D-A121-65F2D0A0F70D}" presName="Name17" presStyleLbl="parChTrans1D3" presStyleIdx="1" presStyleCnt="6"/>
      <dgm:spPr/>
    </dgm:pt>
    <dgm:pt modelId="{3CA0432E-5838-403C-9BD3-C01CDEED7A80}" type="pres">
      <dgm:prSet presAssocID="{3C979381-85A9-4D5F-97C0-012A593DD207}" presName="hierRoot3" presStyleCnt="0"/>
      <dgm:spPr/>
    </dgm:pt>
    <dgm:pt modelId="{CA7728E9-1604-4911-86E9-48F64666424B}" type="pres">
      <dgm:prSet presAssocID="{3C979381-85A9-4D5F-97C0-012A593DD207}" presName="composite3" presStyleCnt="0"/>
      <dgm:spPr/>
    </dgm:pt>
    <dgm:pt modelId="{341C9FDB-D7F9-402A-8E99-03DA46B012AB}" type="pres">
      <dgm:prSet presAssocID="{3C979381-85A9-4D5F-97C0-012A593DD207}" presName="background3" presStyleLbl="node3" presStyleIdx="1" presStyleCnt="6"/>
      <dgm:spPr/>
    </dgm:pt>
    <dgm:pt modelId="{93F6E3CF-9714-4FF8-98F5-A9FB5BD0AE30}" type="pres">
      <dgm:prSet presAssocID="{3C979381-85A9-4D5F-97C0-012A593DD207}" presName="text3" presStyleLbl="fgAcc3" presStyleIdx="1" presStyleCnt="6">
        <dgm:presLayoutVars>
          <dgm:chPref val="3"/>
        </dgm:presLayoutVars>
      </dgm:prSet>
      <dgm:spPr/>
    </dgm:pt>
    <dgm:pt modelId="{2F985F51-7D70-4DA3-B564-62D92F0EED59}" type="pres">
      <dgm:prSet presAssocID="{3C979381-85A9-4D5F-97C0-012A593DD207}" presName="hierChild4" presStyleCnt="0"/>
      <dgm:spPr/>
    </dgm:pt>
    <dgm:pt modelId="{1C6BA076-A4E3-49DA-BBD0-1FE92E36DC58}" type="pres">
      <dgm:prSet presAssocID="{581E203A-2F97-4943-85FF-FA7C3869EB30}" presName="Name10" presStyleLbl="parChTrans1D2" presStyleIdx="1" presStyleCnt="3"/>
      <dgm:spPr/>
    </dgm:pt>
    <dgm:pt modelId="{3B831C61-316E-4BC9-9C5A-B96C8F6EA315}" type="pres">
      <dgm:prSet presAssocID="{F7FDE441-622A-4DB2-B76B-CFC0A7DB529F}" presName="hierRoot2" presStyleCnt="0"/>
      <dgm:spPr/>
    </dgm:pt>
    <dgm:pt modelId="{E28B1068-FA08-4A36-A6EE-853576C6EA46}" type="pres">
      <dgm:prSet presAssocID="{F7FDE441-622A-4DB2-B76B-CFC0A7DB529F}" presName="composite2" presStyleCnt="0"/>
      <dgm:spPr/>
    </dgm:pt>
    <dgm:pt modelId="{363C992E-AB45-4B9C-9819-DC21B2C896C6}" type="pres">
      <dgm:prSet presAssocID="{F7FDE441-622A-4DB2-B76B-CFC0A7DB529F}" presName="background2" presStyleLbl="node2" presStyleIdx="1" presStyleCnt="3"/>
      <dgm:spPr/>
    </dgm:pt>
    <dgm:pt modelId="{D33EFA52-B522-4162-92BA-D4C4A4A13E9B}" type="pres">
      <dgm:prSet presAssocID="{F7FDE441-622A-4DB2-B76B-CFC0A7DB529F}" presName="text2" presStyleLbl="fgAcc2" presStyleIdx="1" presStyleCnt="3">
        <dgm:presLayoutVars>
          <dgm:chPref val="3"/>
        </dgm:presLayoutVars>
      </dgm:prSet>
      <dgm:spPr/>
    </dgm:pt>
    <dgm:pt modelId="{08C0F054-4D64-451F-BCF5-133B9DEE38C3}" type="pres">
      <dgm:prSet presAssocID="{F7FDE441-622A-4DB2-B76B-CFC0A7DB529F}" presName="hierChild3" presStyleCnt="0"/>
      <dgm:spPr/>
    </dgm:pt>
    <dgm:pt modelId="{5B2D1F24-6DE0-46C3-ABFF-B09DE0093F7B}" type="pres">
      <dgm:prSet presAssocID="{BD0E7147-0D25-47F8-B1E8-BB5CAFB5CE06}" presName="Name17" presStyleLbl="parChTrans1D3" presStyleIdx="2" presStyleCnt="6"/>
      <dgm:spPr/>
    </dgm:pt>
    <dgm:pt modelId="{47778F5A-C63B-4DC3-AFF4-79788672A041}" type="pres">
      <dgm:prSet presAssocID="{29B99C75-1F8B-4DFD-AA31-632E41FA760F}" presName="hierRoot3" presStyleCnt="0"/>
      <dgm:spPr/>
    </dgm:pt>
    <dgm:pt modelId="{9228D799-D1E1-43FB-A2E9-8241D84FDFA2}" type="pres">
      <dgm:prSet presAssocID="{29B99C75-1F8B-4DFD-AA31-632E41FA760F}" presName="composite3" presStyleCnt="0"/>
      <dgm:spPr/>
    </dgm:pt>
    <dgm:pt modelId="{031BE615-0692-4CE1-AA91-193C572303BA}" type="pres">
      <dgm:prSet presAssocID="{29B99C75-1F8B-4DFD-AA31-632E41FA760F}" presName="background3" presStyleLbl="node3" presStyleIdx="2" presStyleCnt="6"/>
      <dgm:spPr/>
    </dgm:pt>
    <dgm:pt modelId="{B79350EE-5B0B-4229-B03F-7B5C529D270D}" type="pres">
      <dgm:prSet presAssocID="{29B99C75-1F8B-4DFD-AA31-632E41FA760F}" presName="text3" presStyleLbl="fgAcc3" presStyleIdx="2" presStyleCnt="6">
        <dgm:presLayoutVars>
          <dgm:chPref val="3"/>
        </dgm:presLayoutVars>
      </dgm:prSet>
      <dgm:spPr/>
    </dgm:pt>
    <dgm:pt modelId="{7283B101-6DAF-4DF9-8BF0-1447321F9F09}" type="pres">
      <dgm:prSet presAssocID="{29B99C75-1F8B-4DFD-AA31-632E41FA760F}" presName="hierChild4" presStyleCnt="0"/>
      <dgm:spPr/>
    </dgm:pt>
    <dgm:pt modelId="{41F2509C-3091-44BA-9911-25D845BC5892}" type="pres">
      <dgm:prSet presAssocID="{69115E1A-F536-47AE-894C-067ADE2D2620}" presName="Name17" presStyleLbl="parChTrans1D3" presStyleIdx="3" presStyleCnt="6"/>
      <dgm:spPr/>
    </dgm:pt>
    <dgm:pt modelId="{06E2675A-FF0F-4F9D-8400-D69C3A150A16}" type="pres">
      <dgm:prSet presAssocID="{ADCD78C8-5D0B-413A-8BEA-F30984979ABC}" presName="hierRoot3" presStyleCnt="0"/>
      <dgm:spPr/>
    </dgm:pt>
    <dgm:pt modelId="{48CE3195-CDD2-45BA-B20F-653F9EEA1F7F}" type="pres">
      <dgm:prSet presAssocID="{ADCD78C8-5D0B-413A-8BEA-F30984979ABC}" presName="composite3" presStyleCnt="0"/>
      <dgm:spPr/>
    </dgm:pt>
    <dgm:pt modelId="{49F5EA91-7FA5-4453-A009-5715343CB072}" type="pres">
      <dgm:prSet presAssocID="{ADCD78C8-5D0B-413A-8BEA-F30984979ABC}" presName="background3" presStyleLbl="node3" presStyleIdx="3" presStyleCnt="6"/>
      <dgm:spPr/>
    </dgm:pt>
    <dgm:pt modelId="{52EAE5E7-8A33-4E40-92AD-6F5E1B298D21}" type="pres">
      <dgm:prSet presAssocID="{ADCD78C8-5D0B-413A-8BEA-F30984979ABC}" presName="text3" presStyleLbl="fgAcc3" presStyleIdx="3" presStyleCnt="6">
        <dgm:presLayoutVars>
          <dgm:chPref val="3"/>
        </dgm:presLayoutVars>
      </dgm:prSet>
      <dgm:spPr/>
    </dgm:pt>
    <dgm:pt modelId="{A530D251-01AD-4447-8AA5-BCA1310711F4}" type="pres">
      <dgm:prSet presAssocID="{ADCD78C8-5D0B-413A-8BEA-F30984979ABC}" presName="hierChild4" presStyleCnt="0"/>
      <dgm:spPr/>
    </dgm:pt>
    <dgm:pt modelId="{057F088E-F8E0-46DE-A840-0A9F13544890}" type="pres">
      <dgm:prSet presAssocID="{0E32E621-71EE-48FA-8FC3-8F25CA32F65D}" presName="Name10" presStyleLbl="parChTrans1D2" presStyleIdx="2" presStyleCnt="3"/>
      <dgm:spPr/>
    </dgm:pt>
    <dgm:pt modelId="{C5C7EB88-E879-4409-BB5A-00C03AEAC4FD}" type="pres">
      <dgm:prSet presAssocID="{BD90E87C-06ED-4095-8273-04C0C2A9BCCD}" presName="hierRoot2" presStyleCnt="0"/>
      <dgm:spPr/>
    </dgm:pt>
    <dgm:pt modelId="{5219883A-7F9B-4410-823D-8C7E58F813FD}" type="pres">
      <dgm:prSet presAssocID="{BD90E87C-06ED-4095-8273-04C0C2A9BCCD}" presName="composite2" presStyleCnt="0"/>
      <dgm:spPr/>
    </dgm:pt>
    <dgm:pt modelId="{CB5CC094-F3B1-4F6C-BBEA-33DF9E721CCB}" type="pres">
      <dgm:prSet presAssocID="{BD90E87C-06ED-4095-8273-04C0C2A9BCCD}" presName="background2" presStyleLbl="node2" presStyleIdx="2" presStyleCnt="3"/>
      <dgm:spPr/>
    </dgm:pt>
    <dgm:pt modelId="{B54C6AF9-BF13-4626-87C8-BCB84D84B9B9}" type="pres">
      <dgm:prSet presAssocID="{BD90E87C-06ED-4095-8273-04C0C2A9BCCD}" presName="text2" presStyleLbl="fgAcc2" presStyleIdx="2" presStyleCnt="3">
        <dgm:presLayoutVars>
          <dgm:chPref val="3"/>
        </dgm:presLayoutVars>
      </dgm:prSet>
      <dgm:spPr/>
    </dgm:pt>
    <dgm:pt modelId="{008E4102-F277-48B0-A512-3F19D81A1FB1}" type="pres">
      <dgm:prSet presAssocID="{BD90E87C-06ED-4095-8273-04C0C2A9BCCD}" presName="hierChild3" presStyleCnt="0"/>
      <dgm:spPr/>
    </dgm:pt>
    <dgm:pt modelId="{0F15BE01-F813-401A-A3B5-8D4D38C6E71A}" type="pres">
      <dgm:prSet presAssocID="{16887120-223A-4BCE-9F52-09C1F4618DDF}" presName="Name17" presStyleLbl="parChTrans1D3" presStyleIdx="4" presStyleCnt="6"/>
      <dgm:spPr/>
    </dgm:pt>
    <dgm:pt modelId="{119F34F8-7F3E-455A-88D5-E3015823A41E}" type="pres">
      <dgm:prSet presAssocID="{4106BA45-4B0B-49B2-B429-A98253E46881}" presName="hierRoot3" presStyleCnt="0"/>
      <dgm:spPr/>
    </dgm:pt>
    <dgm:pt modelId="{9E3F6F9F-8E60-4672-8E11-90E18D9B394A}" type="pres">
      <dgm:prSet presAssocID="{4106BA45-4B0B-49B2-B429-A98253E46881}" presName="composite3" presStyleCnt="0"/>
      <dgm:spPr/>
    </dgm:pt>
    <dgm:pt modelId="{68460706-647D-474C-82F2-D2EEFC6A04E1}" type="pres">
      <dgm:prSet presAssocID="{4106BA45-4B0B-49B2-B429-A98253E46881}" presName="background3" presStyleLbl="node3" presStyleIdx="4" presStyleCnt="6"/>
      <dgm:spPr/>
    </dgm:pt>
    <dgm:pt modelId="{36047B18-55F5-47BD-87F8-40CA6C64A895}" type="pres">
      <dgm:prSet presAssocID="{4106BA45-4B0B-49B2-B429-A98253E46881}" presName="text3" presStyleLbl="fgAcc3" presStyleIdx="4" presStyleCnt="6">
        <dgm:presLayoutVars>
          <dgm:chPref val="3"/>
        </dgm:presLayoutVars>
      </dgm:prSet>
      <dgm:spPr/>
    </dgm:pt>
    <dgm:pt modelId="{6E62B5ED-9C20-490D-812A-6490A78B4BDB}" type="pres">
      <dgm:prSet presAssocID="{4106BA45-4B0B-49B2-B429-A98253E46881}" presName="hierChild4" presStyleCnt="0"/>
      <dgm:spPr/>
    </dgm:pt>
    <dgm:pt modelId="{A71067FC-6C24-4F6B-809A-F2CF2700955D}" type="pres">
      <dgm:prSet presAssocID="{912022F5-6158-4367-805B-29B25AE19326}" presName="Name17" presStyleLbl="parChTrans1D3" presStyleIdx="5" presStyleCnt="6"/>
      <dgm:spPr/>
    </dgm:pt>
    <dgm:pt modelId="{226744E0-CFA7-427A-95DF-FF74D39F0E73}" type="pres">
      <dgm:prSet presAssocID="{5F8F920E-6060-4473-ABEE-AB9861CC46C7}" presName="hierRoot3" presStyleCnt="0"/>
      <dgm:spPr/>
    </dgm:pt>
    <dgm:pt modelId="{FA96850F-8C08-4F4A-A86D-8C0167FB75A9}" type="pres">
      <dgm:prSet presAssocID="{5F8F920E-6060-4473-ABEE-AB9861CC46C7}" presName="composite3" presStyleCnt="0"/>
      <dgm:spPr/>
    </dgm:pt>
    <dgm:pt modelId="{3D81ECC7-B5C5-4094-A87E-96326C1EE970}" type="pres">
      <dgm:prSet presAssocID="{5F8F920E-6060-4473-ABEE-AB9861CC46C7}" presName="background3" presStyleLbl="node3" presStyleIdx="5" presStyleCnt="6"/>
      <dgm:spPr/>
    </dgm:pt>
    <dgm:pt modelId="{0CF572F9-6E90-441E-B9DD-064EE27175E2}" type="pres">
      <dgm:prSet presAssocID="{5F8F920E-6060-4473-ABEE-AB9861CC46C7}" presName="text3" presStyleLbl="fgAcc3" presStyleIdx="5" presStyleCnt="6">
        <dgm:presLayoutVars>
          <dgm:chPref val="3"/>
        </dgm:presLayoutVars>
      </dgm:prSet>
      <dgm:spPr/>
    </dgm:pt>
    <dgm:pt modelId="{85A1987C-0596-41BC-B5A4-917934FA6F95}" type="pres">
      <dgm:prSet presAssocID="{5F8F920E-6060-4473-ABEE-AB9861CC46C7}" presName="hierChild4" presStyleCnt="0"/>
      <dgm:spPr/>
    </dgm:pt>
  </dgm:ptLst>
  <dgm:cxnLst>
    <dgm:cxn modelId="{5A134508-FAB1-4D2B-A3FB-262CA4F8C134}" srcId="{BD90E87C-06ED-4095-8273-04C0C2A9BCCD}" destId="{5F8F920E-6060-4473-ABEE-AB9861CC46C7}" srcOrd="1" destOrd="0" parTransId="{912022F5-6158-4367-805B-29B25AE19326}" sibTransId="{9092E0E2-39C8-43E0-8375-512E04A4FD21}"/>
    <dgm:cxn modelId="{EB69BC13-705D-495E-910D-3A5BA0C8CA53}" type="presOf" srcId="{050DDCEF-4417-4F1D-A121-65F2D0A0F70D}" destId="{F7B5C64C-48FB-4B1E-8694-D1CD992412EB}" srcOrd="0" destOrd="0" presId="urn:microsoft.com/office/officeart/2005/8/layout/hierarchy1"/>
    <dgm:cxn modelId="{FDFB3F1E-B8A9-439D-9350-E8D88F579F80}" type="presOf" srcId="{37F1E348-FD6D-465B-A702-7BBAD9ACC0CD}" destId="{977034BF-AE8C-486F-B67D-8DF70AEEA6FE}" srcOrd="0" destOrd="0" presId="urn:microsoft.com/office/officeart/2005/8/layout/hierarchy1"/>
    <dgm:cxn modelId="{2BC5812C-327A-4584-88A6-5CF3EDE270C8}" type="presOf" srcId="{BD90E87C-06ED-4095-8273-04C0C2A9BCCD}" destId="{B54C6AF9-BF13-4626-87C8-BCB84D84B9B9}" srcOrd="0" destOrd="0" presId="urn:microsoft.com/office/officeart/2005/8/layout/hierarchy1"/>
    <dgm:cxn modelId="{66246930-8406-4093-9757-AB5E6A2FD8A0}" srcId="{588C053C-2DA8-425B-9A6C-15347B68B49F}" destId="{80D83EC3-341E-4D62-B2B2-477ECF16D161}" srcOrd="0" destOrd="0" parTransId="{EEEC023C-E804-40CB-8129-29971EDA6EDE}" sibTransId="{17548042-9F85-46F7-804A-DD8AAAA99DD8}"/>
    <dgm:cxn modelId="{54F5863C-FDA7-4A41-8807-6DD5AF15C2EB}" srcId="{BD90E87C-06ED-4095-8273-04C0C2A9BCCD}" destId="{4106BA45-4B0B-49B2-B429-A98253E46881}" srcOrd="0" destOrd="0" parTransId="{16887120-223A-4BCE-9F52-09C1F4618DDF}" sibTransId="{B020BF14-2258-4D35-B470-F9D7F7CD0882}"/>
    <dgm:cxn modelId="{29F59361-9333-4960-BC26-456221FD5BE8}" type="presOf" srcId="{80D83EC3-341E-4D62-B2B2-477ECF16D161}" destId="{7EC620FF-AB4B-4EA6-9466-7D319F97873E}" srcOrd="0" destOrd="0" presId="urn:microsoft.com/office/officeart/2005/8/layout/hierarchy1"/>
    <dgm:cxn modelId="{AEBDC242-7122-47E2-9451-5528ED605BD5}" type="presOf" srcId="{21663978-4965-4736-8B06-23AC3BEF1314}" destId="{FDEC75D9-CF31-4039-9113-86EFF2895B8E}" srcOrd="0" destOrd="0" presId="urn:microsoft.com/office/officeart/2005/8/layout/hierarchy1"/>
    <dgm:cxn modelId="{71E38F63-56E6-4EAD-8606-341760F8E4C5}" type="presOf" srcId="{4106BA45-4B0B-49B2-B429-A98253E46881}" destId="{36047B18-55F5-47BD-87F8-40CA6C64A895}" srcOrd="0" destOrd="0" presId="urn:microsoft.com/office/officeart/2005/8/layout/hierarchy1"/>
    <dgm:cxn modelId="{0517C146-3361-4B98-9333-E3FC8B59C17E}" type="presOf" srcId="{29B99C75-1F8B-4DFD-AA31-632E41FA760F}" destId="{B79350EE-5B0B-4229-B03F-7B5C529D270D}" srcOrd="0" destOrd="0" presId="urn:microsoft.com/office/officeart/2005/8/layout/hierarchy1"/>
    <dgm:cxn modelId="{F91A6071-254B-46B8-93BF-97A58751549E}" type="presOf" srcId="{912022F5-6158-4367-805B-29B25AE19326}" destId="{A71067FC-6C24-4F6B-809A-F2CF2700955D}" srcOrd="0" destOrd="0" presId="urn:microsoft.com/office/officeart/2005/8/layout/hierarchy1"/>
    <dgm:cxn modelId="{FDBA6E73-ACA9-4450-A37E-16608E976E9A}" srcId="{F7FDE441-622A-4DB2-B76B-CFC0A7DB529F}" destId="{29B99C75-1F8B-4DFD-AA31-632E41FA760F}" srcOrd="0" destOrd="0" parTransId="{BD0E7147-0D25-47F8-B1E8-BB5CAFB5CE06}" sibTransId="{1BB6A148-8CCE-4DAC-BEBD-96850ACA29C5}"/>
    <dgm:cxn modelId="{049BC955-CF66-4E7D-A032-1FBB3596DEF9}" type="presOf" srcId="{588C053C-2DA8-425B-9A6C-15347B68B49F}" destId="{9A425D80-0F74-462D-9ADA-B98FA2717F4E}" srcOrd="0" destOrd="0" presId="urn:microsoft.com/office/officeart/2005/8/layout/hierarchy1"/>
    <dgm:cxn modelId="{F94AFB81-C8EB-4F85-A073-369193C4F1E5}" srcId="{F7FDE441-622A-4DB2-B76B-CFC0A7DB529F}" destId="{ADCD78C8-5D0B-413A-8BEA-F30984979ABC}" srcOrd="1" destOrd="0" parTransId="{69115E1A-F536-47AE-894C-067ADE2D2620}" sibTransId="{F91AEE1D-EA2D-441B-BB6F-7D2023160CB8}"/>
    <dgm:cxn modelId="{7BC7B088-38D3-46BD-B178-31AC5DB14AFD}" srcId="{37F1E348-FD6D-465B-A702-7BBAD9ACC0CD}" destId="{3C979381-85A9-4D5F-97C0-012A593DD207}" srcOrd="1" destOrd="0" parTransId="{050DDCEF-4417-4F1D-A121-65F2D0A0F70D}" sibTransId="{DA96DBE1-2796-4AD5-BEF0-FFD3FE685C4B}"/>
    <dgm:cxn modelId="{10804389-C781-47E8-8CC0-A7979CC837F2}" type="presOf" srcId="{19AF12EE-9A58-4F28-92C9-990AC35F59B8}" destId="{5BF9CC4E-5F67-4C59-AE96-AAEF714A2698}" srcOrd="0" destOrd="0" presId="urn:microsoft.com/office/officeart/2005/8/layout/hierarchy1"/>
    <dgm:cxn modelId="{A314B59B-1CA8-43D1-9B1E-52193A29D652}" type="presOf" srcId="{BD0E7147-0D25-47F8-B1E8-BB5CAFB5CE06}" destId="{5B2D1F24-6DE0-46C3-ABFF-B09DE0093F7B}" srcOrd="0" destOrd="0" presId="urn:microsoft.com/office/officeart/2005/8/layout/hierarchy1"/>
    <dgm:cxn modelId="{D6A44E9E-98C4-4C30-92CE-ACE3D84243C8}" type="presOf" srcId="{16887120-223A-4BCE-9F52-09C1F4618DDF}" destId="{0F15BE01-F813-401A-A3B5-8D4D38C6E71A}" srcOrd="0" destOrd="0" presId="urn:microsoft.com/office/officeart/2005/8/layout/hierarchy1"/>
    <dgm:cxn modelId="{57DA99BA-EA97-4CAE-9EEB-DED62F34C034}" type="presOf" srcId="{8321027F-BE3B-4A1C-B832-C2025599EB84}" destId="{67034137-8976-4A6C-8896-5F8E95FC32A1}" srcOrd="0" destOrd="0" presId="urn:microsoft.com/office/officeart/2005/8/layout/hierarchy1"/>
    <dgm:cxn modelId="{F8DFC2CB-765D-457D-8193-B81120AA8C25}" type="presOf" srcId="{3C979381-85A9-4D5F-97C0-012A593DD207}" destId="{93F6E3CF-9714-4FF8-98F5-A9FB5BD0AE30}" srcOrd="0" destOrd="0" presId="urn:microsoft.com/office/officeart/2005/8/layout/hierarchy1"/>
    <dgm:cxn modelId="{8D69F0CC-3FA0-4385-8B9E-193FB5D00F54}" srcId="{80D83EC3-341E-4D62-B2B2-477ECF16D161}" destId="{F7FDE441-622A-4DB2-B76B-CFC0A7DB529F}" srcOrd="1" destOrd="0" parTransId="{581E203A-2F97-4943-85FF-FA7C3869EB30}" sibTransId="{E154C961-AAD7-435A-A43D-BF06D1F367CD}"/>
    <dgm:cxn modelId="{44246BD0-E9F4-4D78-902C-3D6CD9827144}" srcId="{80D83EC3-341E-4D62-B2B2-477ECF16D161}" destId="{37F1E348-FD6D-465B-A702-7BBAD9ACC0CD}" srcOrd="0" destOrd="0" parTransId="{8321027F-BE3B-4A1C-B832-C2025599EB84}" sibTransId="{55D305F7-C23F-4D68-9320-BC321D712273}"/>
    <dgm:cxn modelId="{C3FAD6DD-9A74-4AFB-AC0D-621346DA4E59}" type="presOf" srcId="{ADCD78C8-5D0B-413A-8BEA-F30984979ABC}" destId="{52EAE5E7-8A33-4E40-92AD-6F5E1B298D21}" srcOrd="0" destOrd="0" presId="urn:microsoft.com/office/officeart/2005/8/layout/hierarchy1"/>
    <dgm:cxn modelId="{1DB2DEDD-9D36-4DE3-A1E9-BE065381A20D}" type="presOf" srcId="{581E203A-2F97-4943-85FF-FA7C3869EB30}" destId="{1C6BA076-A4E3-49DA-BBD0-1FE92E36DC58}" srcOrd="0" destOrd="0" presId="urn:microsoft.com/office/officeart/2005/8/layout/hierarchy1"/>
    <dgm:cxn modelId="{8E02BFE3-F731-44D6-80BB-D250AB34F1FB}" srcId="{80D83EC3-341E-4D62-B2B2-477ECF16D161}" destId="{BD90E87C-06ED-4095-8273-04C0C2A9BCCD}" srcOrd="2" destOrd="0" parTransId="{0E32E621-71EE-48FA-8FC3-8F25CA32F65D}" sibTransId="{F17A4CB0-1096-423F-9263-D978F19A6C1A}"/>
    <dgm:cxn modelId="{88AF02E4-DF4D-4C95-A814-0B0EA9368D49}" type="presOf" srcId="{69115E1A-F536-47AE-894C-067ADE2D2620}" destId="{41F2509C-3091-44BA-9911-25D845BC5892}" srcOrd="0" destOrd="0" presId="urn:microsoft.com/office/officeart/2005/8/layout/hierarchy1"/>
    <dgm:cxn modelId="{4B6F92EC-6251-47E3-AF60-E8186EA73772}" type="presOf" srcId="{F7FDE441-622A-4DB2-B76B-CFC0A7DB529F}" destId="{D33EFA52-B522-4162-92BA-D4C4A4A13E9B}" srcOrd="0" destOrd="0" presId="urn:microsoft.com/office/officeart/2005/8/layout/hierarchy1"/>
    <dgm:cxn modelId="{BA5C8FF2-5B42-431F-B6F6-CEB15AD2E14D}" srcId="{37F1E348-FD6D-465B-A702-7BBAD9ACC0CD}" destId="{19AF12EE-9A58-4F28-92C9-990AC35F59B8}" srcOrd="0" destOrd="0" parTransId="{21663978-4965-4736-8B06-23AC3BEF1314}" sibTransId="{685365FA-1FAF-4631-8E18-DD6B28C888D7}"/>
    <dgm:cxn modelId="{97C1D6F8-F957-4104-8970-7A86E0BAC3B4}" type="presOf" srcId="{5F8F920E-6060-4473-ABEE-AB9861CC46C7}" destId="{0CF572F9-6E90-441E-B9DD-064EE27175E2}" srcOrd="0" destOrd="0" presId="urn:microsoft.com/office/officeart/2005/8/layout/hierarchy1"/>
    <dgm:cxn modelId="{E754B0FA-2BCE-4D48-89F7-8387AF747DD4}" type="presOf" srcId="{0E32E621-71EE-48FA-8FC3-8F25CA32F65D}" destId="{057F088E-F8E0-46DE-A840-0A9F13544890}" srcOrd="0" destOrd="0" presId="urn:microsoft.com/office/officeart/2005/8/layout/hierarchy1"/>
    <dgm:cxn modelId="{AABF9B57-7B46-41C9-B74A-AD3A518B66E3}" type="presParOf" srcId="{9A425D80-0F74-462D-9ADA-B98FA2717F4E}" destId="{CC5ED83E-2E22-4983-8F0F-DEF9E349426B}" srcOrd="0" destOrd="0" presId="urn:microsoft.com/office/officeart/2005/8/layout/hierarchy1"/>
    <dgm:cxn modelId="{6E910DA2-CABB-484C-BDDD-5142A87971DC}" type="presParOf" srcId="{CC5ED83E-2E22-4983-8F0F-DEF9E349426B}" destId="{9B03CDA5-2F98-47C0-A4B2-DF8530F12686}" srcOrd="0" destOrd="0" presId="urn:microsoft.com/office/officeart/2005/8/layout/hierarchy1"/>
    <dgm:cxn modelId="{6A96ECE8-0893-4CC4-8742-3E4B265D20EB}" type="presParOf" srcId="{9B03CDA5-2F98-47C0-A4B2-DF8530F12686}" destId="{A92D3642-8C69-420A-B658-D4F6B5BED0CE}" srcOrd="0" destOrd="0" presId="urn:microsoft.com/office/officeart/2005/8/layout/hierarchy1"/>
    <dgm:cxn modelId="{A03CB912-4E0C-41BD-AF22-67C49B780AF7}" type="presParOf" srcId="{9B03CDA5-2F98-47C0-A4B2-DF8530F12686}" destId="{7EC620FF-AB4B-4EA6-9466-7D319F97873E}" srcOrd="1" destOrd="0" presId="urn:microsoft.com/office/officeart/2005/8/layout/hierarchy1"/>
    <dgm:cxn modelId="{552B11D9-925D-42BD-9CDD-9BBEF5BB15BD}" type="presParOf" srcId="{CC5ED83E-2E22-4983-8F0F-DEF9E349426B}" destId="{FE97F02D-273F-45CA-A1D6-556E7020F066}" srcOrd="1" destOrd="0" presId="urn:microsoft.com/office/officeart/2005/8/layout/hierarchy1"/>
    <dgm:cxn modelId="{3C625751-BFDA-4346-9D14-2DBC80ECF73F}" type="presParOf" srcId="{FE97F02D-273F-45CA-A1D6-556E7020F066}" destId="{67034137-8976-4A6C-8896-5F8E95FC32A1}" srcOrd="0" destOrd="0" presId="urn:microsoft.com/office/officeart/2005/8/layout/hierarchy1"/>
    <dgm:cxn modelId="{A95D7884-83B2-4547-825D-CFB29F235011}" type="presParOf" srcId="{FE97F02D-273F-45CA-A1D6-556E7020F066}" destId="{CEFA0B84-6225-447C-A737-30B3A7EDEC02}" srcOrd="1" destOrd="0" presId="urn:microsoft.com/office/officeart/2005/8/layout/hierarchy1"/>
    <dgm:cxn modelId="{5D6D3A03-B815-4728-A1B8-945CDC543AC5}" type="presParOf" srcId="{CEFA0B84-6225-447C-A737-30B3A7EDEC02}" destId="{898B8869-24AA-451E-8F09-343C8E89D668}" srcOrd="0" destOrd="0" presId="urn:microsoft.com/office/officeart/2005/8/layout/hierarchy1"/>
    <dgm:cxn modelId="{E2897941-9FFA-47BB-BF31-5155C33A12E2}" type="presParOf" srcId="{898B8869-24AA-451E-8F09-343C8E89D668}" destId="{2A238E86-2D8E-4A68-8BEA-20240E8141B3}" srcOrd="0" destOrd="0" presId="urn:microsoft.com/office/officeart/2005/8/layout/hierarchy1"/>
    <dgm:cxn modelId="{EF4B6120-0231-48A8-B9AD-5FBE51770959}" type="presParOf" srcId="{898B8869-24AA-451E-8F09-343C8E89D668}" destId="{977034BF-AE8C-486F-B67D-8DF70AEEA6FE}" srcOrd="1" destOrd="0" presId="urn:microsoft.com/office/officeart/2005/8/layout/hierarchy1"/>
    <dgm:cxn modelId="{F919B698-F988-4027-BDD3-81B531EDF8D7}" type="presParOf" srcId="{CEFA0B84-6225-447C-A737-30B3A7EDEC02}" destId="{CC02DD15-A02A-4787-AA02-E219EE1A7D4B}" srcOrd="1" destOrd="0" presId="urn:microsoft.com/office/officeart/2005/8/layout/hierarchy1"/>
    <dgm:cxn modelId="{C907240C-0FFC-4BDC-9297-919D9436998C}" type="presParOf" srcId="{CC02DD15-A02A-4787-AA02-E219EE1A7D4B}" destId="{FDEC75D9-CF31-4039-9113-86EFF2895B8E}" srcOrd="0" destOrd="0" presId="urn:microsoft.com/office/officeart/2005/8/layout/hierarchy1"/>
    <dgm:cxn modelId="{0CBD33F7-9B25-4E26-88A9-213EC63FBF60}" type="presParOf" srcId="{CC02DD15-A02A-4787-AA02-E219EE1A7D4B}" destId="{9DE0C074-F7F7-4CD6-A2E2-1A4210123E12}" srcOrd="1" destOrd="0" presId="urn:microsoft.com/office/officeart/2005/8/layout/hierarchy1"/>
    <dgm:cxn modelId="{BF7D6929-D8A5-4E0A-98D0-00D4D22BABCF}" type="presParOf" srcId="{9DE0C074-F7F7-4CD6-A2E2-1A4210123E12}" destId="{5BD92D57-E098-47AA-9D88-B27D54DDF42D}" srcOrd="0" destOrd="0" presId="urn:microsoft.com/office/officeart/2005/8/layout/hierarchy1"/>
    <dgm:cxn modelId="{B7CC9B6C-17F4-409F-A168-1A2B7A5768B6}" type="presParOf" srcId="{5BD92D57-E098-47AA-9D88-B27D54DDF42D}" destId="{BA7AA9F2-FE8D-4644-8C7B-5168BCAE4806}" srcOrd="0" destOrd="0" presId="urn:microsoft.com/office/officeart/2005/8/layout/hierarchy1"/>
    <dgm:cxn modelId="{F39A0D3E-6E30-4ECC-88C9-91E277E59C5A}" type="presParOf" srcId="{5BD92D57-E098-47AA-9D88-B27D54DDF42D}" destId="{5BF9CC4E-5F67-4C59-AE96-AAEF714A2698}" srcOrd="1" destOrd="0" presId="urn:microsoft.com/office/officeart/2005/8/layout/hierarchy1"/>
    <dgm:cxn modelId="{1C14EF65-F9D1-4A85-9279-61B9682CB495}" type="presParOf" srcId="{9DE0C074-F7F7-4CD6-A2E2-1A4210123E12}" destId="{6BE2201F-1FDD-4947-A314-D045A0C85B8D}" srcOrd="1" destOrd="0" presId="urn:microsoft.com/office/officeart/2005/8/layout/hierarchy1"/>
    <dgm:cxn modelId="{18BE223C-1452-417A-AB30-40107EC61DA1}" type="presParOf" srcId="{CC02DD15-A02A-4787-AA02-E219EE1A7D4B}" destId="{F7B5C64C-48FB-4B1E-8694-D1CD992412EB}" srcOrd="2" destOrd="0" presId="urn:microsoft.com/office/officeart/2005/8/layout/hierarchy1"/>
    <dgm:cxn modelId="{90C28F09-9F10-4E10-A7EB-C8411EE4D3C0}" type="presParOf" srcId="{CC02DD15-A02A-4787-AA02-E219EE1A7D4B}" destId="{3CA0432E-5838-403C-9BD3-C01CDEED7A80}" srcOrd="3" destOrd="0" presId="urn:microsoft.com/office/officeart/2005/8/layout/hierarchy1"/>
    <dgm:cxn modelId="{52AFAE82-4F53-4993-A85B-F5876A023D6A}" type="presParOf" srcId="{3CA0432E-5838-403C-9BD3-C01CDEED7A80}" destId="{CA7728E9-1604-4911-86E9-48F64666424B}" srcOrd="0" destOrd="0" presId="urn:microsoft.com/office/officeart/2005/8/layout/hierarchy1"/>
    <dgm:cxn modelId="{96BA473E-1E45-41CA-BABB-B6C07A4365E7}" type="presParOf" srcId="{CA7728E9-1604-4911-86E9-48F64666424B}" destId="{341C9FDB-D7F9-402A-8E99-03DA46B012AB}" srcOrd="0" destOrd="0" presId="urn:microsoft.com/office/officeart/2005/8/layout/hierarchy1"/>
    <dgm:cxn modelId="{5BA9B51B-30CC-4B38-8EBD-71DC5D71ED9F}" type="presParOf" srcId="{CA7728E9-1604-4911-86E9-48F64666424B}" destId="{93F6E3CF-9714-4FF8-98F5-A9FB5BD0AE30}" srcOrd="1" destOrd="0" presId="urn:microsoft.com/office/officeart/2005/8/layout/hierarchy1"/>
    <dgm:cxn modelId="{CADC18D5-70B6-462F-9D81-500A337B2BCC}" type="presParOf" srcId="{3CA0432E-5838-403C-9BD3-C01CDEED7A80}" destId="{2F985F51-7D70-4DA3-B564-62D92F0EED59}" srcOrd="1" destOrd="0" presId="urn:microsoft.com/office/officeart/2005/8/layout/hierarchy1"/>
    <dgm:cxn modelId="{726DBE70-805A-4FE7-822D-B4D70B8F8DE3}" type="presParOf" srcId="{FE97F02D-273F-45CA-A1D6-556E7020F066}" destId="{1C6BA076-A4E3-49DA-BBD0-1FE92E36DC58}" srcOrd="2" destOrd="0" presId="urn:microsoft.com/office/officeart/2005/8/layout/hierarchy1"/>
    <dgm:cxn modelId="{0B929A7F-7A3C-4B6A-B43D-90E33967F4A4}" type="presParOf" srcId="{FE97F02D-273F-45CA-A1D6-556E7020F066}" destId="{3B831C61-316E-4BC9-9C5A-B96C8F6EA315}" srcOrd="3" destOrd="0" presId="urn:microsoft.com/office/officeart/2005/8/layout/hierarchy1"/>
    <dgm:cxn modelId="{4BB8648D-C860-48D3-90C4-588FD31CEE53}" type="presParOf" srcId="{3B831C61-316E-4BC9-9C5A-B96C8F6EA315}" destId="{E28B1068-FA08-4A36-A6EE-853576C6EA46}" srcOrd="0" destOrd="0" presId="urn:microsoft.com/office/officeart/2005/8/layout/hierarchy1"/>
    <dgm:cxn modelId="{A8FF773F-C10B-4F2D-A57A-1B2063D5B594}" type="presParOf" srcId="{E28B1068-FA08-4A36-A6EE-853576C6EA46}" destId="{363C992E-AB45-4B9C-9819-DC21B2C896C6}" srcOrd="0" destOrd="0" presId="urn:microsoft.com/office/officeart/2005/8/layout/hierarchy1"/>
    <dgm:cxn modelId="{D94375C8-69CC-436A-8184-04CF49B63EB7}" type="presParOf" srcId="{E28B1068-FA08-4A36-A6EE-853576C6EA46}" destId="{D33EFA52-B522-4162-92BA-D4C4A4A13E9B}" srcOrd="1" destOrd="0" presId="urn:microsoft.com/office/officeart/2005/8/layout/hierarchy1"/>
    <dgm:cxn modelId="{83F79367-A3B3-4E9B-A3A5-A92DF6695620}" type="presParOf" srcId="{3B831C61-316E-4BC9-9C5A-B96C8F6EA315}" destId="{08C0F054-4D64-451F-BCF5-133B9DEE38C3}" srcOrd="1" destOrd="0" presId="urn:microsoft.com/office/officeart/2005/8/layout/hierarchy1"/>
    <dgm:cxn modelId="{7A100A4A-972D-4AD1-A274-ACCB0691A333}" type="presParOf" srcId="{08C0F054-4D64-451F-BCF5-133B9DEE38C3}" destId="{5B2D1F24-6DE0-46C3-ABFF-B09DE0093F7B}" srcOrd="0" destOrd="0" presId="urn:microsoft.com/office/officeart/2005/8/layout/hierarchy1"/>
    <dgm:cxn modelId="{17537252-86F4-45A4-82B4-4E3E5F75FB2E}" type="presParOf" srcId="{08C0F054-4D64-451F-BCF5-133B9DEE38C3}" destId="{47778F5A-C63B-4DC3-AFF4-79788672A041}" srcOrd="1" destOrd="0" presId="urn:microsoft.com/office/officeart/2005/8/layout/hierarchy1"/>
    <dgm:cxn modelId="{66324627-7692-4E8F-AA22-E9CA9DC873FA}" type="presParOf" srcId="{47778F5A-C63B-4DC3-AFF4-79788672A041}" destId="{9228D799-D1E1-43FB-A2E9-8241D84FDFA2}" srcOrd="0" destOrd="0" presId="urn:microsoft.com/office/officeart/2005/8/layout/hierarchy1"/>
    <dgm:cxn modelId="{7DDF890B-6D6F-464E-9A63-9247CD1328FF}" type="presParOf" srcId="{9228D799-D1E1-43FB-A2E9-8241D84FDFA2}" destId="{031BE615-0692-4CE1-AA91-193C572303BA}" srcOrd="0" destOrd="0" presId="urn:microsoft.com/office/officeart/2005/8/layout/hierarchy1"/>
    <dgm:cxn modelId="{B0C7D19B-9655-430F-9ABE-96E8A846F310}" type="presParOf" srcId="{9228D799-D1E1-43FB-A2E9-8241D84FDFA2}" destId="{B79350EE-5B0B-4229-B03F-7B5C529D270D}" srcOrd="1" destOrd="0" presId="urn:microsoft.com/office/officeart/2005/8/layout/hierarchy1"/>
    <dgm:cxn modelId="{524C9010-8659-47D2-A2FE-2FC5F82A797F}" type="presParOf" srcId="{47778F5A-C63B-4DC3-AFF4-79788672A041}" destId="{7283B101-6DAF-4DF9-8BF0-1447321F9F09}" srcOrd="1" destOrd="0" presId="urn:microsoft.com/office/officeart/2005/8/layout/hierarchy1"/>
    <dgm:cxn modelId="{BE57AF7D-6E3A-4691-9E38-25BFF4E2DA7B}" type="presParOf" srcId="{08C0F054-4D64-451F-BCF5-133B9DEE38C3}" destId="{41F2509C-3091-44BA-9911-25D845BC5892}" srcOrd="2" destOrd="0" presId="urn:microsoft.com/office/officeart/2005/8/layout/hierarchy1"/>
    <dgm:cxn modelId="{C627BCC0-9748-475B-9049-12C3D16CD5E9}" type="presParOf" srcId="{08C0F054-4D64-451F-BCF5-133B9DEE38C3}" destId="{06E2675A-FF0F-4F9D-8400-D69C3A150A16}" srcOrd="3" destOrd="0" presId="urn:microsoft.com/office/officeart/2005/8/layout/hierarchy1"/>
    <dgm:cxn modelId="{35780D72-E31A-4612-B080-98763B9D133F}" type="presParOf" srcId="{06E2675A-FF0F-4F9D-8400-D69C3A150A16}" destId="{48CE3195-CDD2-45BA-B20F-653F9EEA1F7F}" srcOrd="0" destOrd="0" presId="urn:microsoft.com/office/officeart/2005/8/layout/hierarchy1"/>
    <dgm:cxn modelId="{A11AD529-A29B-495B-89CD-EB99F2026815}" type="presParOf" srcId="{48CE3195-CDD2-45BA-B20F-653F9EEA1F7F}" destId="{49F5EA91-7FA5-4453-A009-5715343CB072}" srcOrd="0" destOrd="0" presId="urn:microsoft.com/office/officeart/2005/8/layout/hierarchy1"/>
    <dgm:cxn modelId="{24004197-9BFD-49FF-B4D6-3347BB18545F}" type="presParOf" srcId="{48CE3195-CDD2-45BA-B20F-653F9EEA1F7F}" destId="{52EAE5E7-8A33-4E40-92AD-6F5E1B298D21}" srcOrd="1" destOrd="0" presId="urn:microsoft.com/office/officeart/2005/8/layout/hierarchy1"/>
    <dgm:cxn modelId="{C608247D-C695-408C-967D-9C1ACB090619}" type="presParOf" srcId="{06E2675A-FF0F-4F9D-8400-D69C3A150A16}" destId="{A530D251-01AD-4447-8AA5-BCA1310711F4}" srcOrd="1" destOrd="0" presId="urn:microsoft.com/office/officeart/2005/8/layout/hierarchy1"/>
    <dgm:cxn modelId="{F54F1A1E-8D2D-4B94-9886-4E5482333851}" type="presParOf" srcId="{FE97F02D-273F-45CA-A1D6-556E7020F066}" destId="{057F088E-F8E0-46DE-A840-0A9F13544890}" srcOrd="4" destOrd="0" presId="urn:microsoft.com/office/officeart/2005/8/layout/hierarchy1"/>
    <dgm:cxn modelId="{9B30FB63-3B97-4A22-B40A-AF0F355A0ECF}" type="presParOf" srcId="{FE97F02D-273F-45CA-A1D6-556E7020F066}" destId="{C5C7EB88-E879-4409-BB5A-00C03AEAC4FD}" srcOrd="5" destOrd="0" presId="urn:microsoft.com/office/officeart/2005/8/layout/hierarchy1"/>
    <dgm:cxn modelId="{FEFEC24E-F1B8-4495-B981-469EE064FD50}" type="presParOf" srcId="{C5C7EB88-E879-4409-BB5A-00C03AEAC4FD}" destId="{5219883A-7F9B-4410-823D-8C7E58F813FD}" srcOrd="0" destOrd="0" presId="urn:microsoft.com/office/officeart/2005/8/layout/hierarchy1"/>
    <dgm:cxn modelId="{A0365D0C-3291-4C15-9C6C-C0F57770C91D}" type="presParOf" srcId="{5219883A-7F9B-4410-823D-8C7E58F813FD}" destId="{CB5CC094-F3B1-4F6C-BBEA-33DF9E721CCB}" srcOrd="0" destOrd="0" presId="urn:microsoft.com/office/officeart/2005/8/layout/hierarchy1"/>
    <dgm:cxn modelId="{0147F8E0-A545-4EDE-A510-A39C67F04D9D}" type="presParOf" srcId="{5219883A-7F9B-4410-823D-8C7E58F813FD}" destId="{B54C6AF9-BF13-4626-87C8-BCB84D84B9B9}" srcOrd="1" destOrd="0" presId="urn:microsoft.com/office/officeart/2005/8/layout/hierarchy1"/>
    <dgm:cxn modelId="{993B42FA-6F5C-440A-B2D7-65B0E3ED02A7}" type="presParOf" srcId="{C5C7EB88-E879-4409-BB5A-00C03AEAC4FD}" destId="{008E4102-F277-48B0-A512-3F19D81A1FB1}" srcOrd="1" destOrd="0" presId="urn:microsoft.com/office/officeart/2005/8/layout/hierarchy1"/>
    <dgm:cxn modelId="{BD6BC5C9-3E82-4C35-942E-9F4B9F43F7CE}" type="presParOf" srcId="{008E4102-F277-48B0-A512-3F19D81A1FB1}" destId="{0F15BE01-F813-401A-A3B5-8D4D38C6E71A}" srcOrd="0" destOrd="0" presId="urn:microsoft.com/office/officeart/2005/8/layout/hierarchy1"/>
    <dgm:cxn modelId="{CBECA705-6EE7-4E51-A787-FF5BA340319C}" type="presParOf" srcId="{008E4102-F277-48B0-A512-3F19D81A1FB1}" destId="{119F34F8-7F3E-455A-88D5-E3015823A41E}" srcOrd="1" destOrd="0" presId="urn:microsoft.com/office/officeart/2005/8/layout/hierarchy1"/>
    <dgm:cxn modelId="{34FF4937-24FA-431F-8F1E-1F043DBDC2E5}" type="presParOf" srcId="{119F34F8-7F3E-455A-88D5-E3015823A41E}" destId="{9E3F6F9F-8E60-4672-8E11-90E18D9B394A}" srcOrd="0" destOrd="0" presId="urn:microsoft.com/office/officeart/2005/8/layout/hierarchy1"/>
    <dgm:cxn modelId="{5DEDBEC9-5CA5-42E4-B26A-FF44900964BB}" type="presParOf" srcId="{9E3F6F9F-8E60-4672-8E11-90E18D9B394A}" destId="{68460706-647D-474C-82F2-D2EEFC6A04E1}" srcOrd="0" destOrd="0" presId="urn:microsoft.com/office/officeart/2005/8/layout/hierarchy1"/>
    <dgm:cxn modelId="{65243C45-C256-494F-8580-8A1A7FBA8CB4}" type="presParOf" srcId="{9E3F6F9F-8E60-4672-8E11-90E18D9B394A}" destId="{36047B18-55F5-47BD-87F8-40CA6C64A895}" srcOrd="1" destOrd="0" presId="urn:microsoft.com/office/officeart/2005/8/layout/hierarchy1"/>
    <dgm:cxn modelId="{9DB6B50D-C83A-47B4-B055-28BA6742835B}" type="presParOf" srcId="{119F34F8-7F3E-455A-88D5-E3015823A41E}" destId="{6E62B5ED-9C20-490D-812A-6490A78B4BDB}" srcOrd="1" destOrd="0" presId="urn:microsoft.com/office/officeart/2005/8/layout/hierarchy1"/>
    <dgm:cxn modelId="{FAD3F2A8-AE26-40FB-AD9C-E2DFBC6CBA56}" type="presParOf" srcId="{008E4102-F277-48B0-A512-3F19D81A1FB1}" destId="{A71067FC-6C24-4F6B-809A-F2CF2700955D}" srcOrd="2" destOrd="0" presId="urn:microsoft.com/office/officeart/2005/8/layout/hierarchy1"/>
    <dgm:cxn modelId="{32512BC2-8593-46CA-923F-4F7DD7E42CA1}" type="presParOf" srcId="{008E4102-F277-48B0-A512-3F19D81A1FB1}" destId="{226744E0-CFA7-427A-95DF-FF74D39F0E73}" srcOrd="3" destOrd="0" presId="urn:microsoft.com/office/officeart/2005/8/layout/hierarchy1"/>
    <dgm:cxn modelId="{B8E608B7-7CF6-4D33-9EF2-5C6F2C6D62E8}" type="presParOf" srcId="{226744E0-CFA7-427A-95DF-FF74D39F0E73}" destId="{FA96850F-8C08-4F4A-A86D-8C0167FB75A9}" srcOrd="0" destOrd="0" presId="urn:microsoft.com/office/officeart/2005/8/layout/hierarchy1"/>
    <dgm:cxn modelId="{D7B4ED8C-A3B9-4233-8ACE-6B16EA26500F}" type="presParOf" srcId="{FA96850F-8C08-4F4A-A86D-8C0167FB75A9}" destId="{3D81ECC7-B5C5-4094-A87E-96326C1EE970}" srcOrd="0" destOrd="0" presId="urn:microsoft.com/office/officeart/2005/8/layout/hierarchy1"/>
    <dgm:cxn modelId="{64D3C90B-B8F2-4A3F-A2A6-D218B3EF9731}" type="presParOf" srcId="{FA96850F-8C08-4F4A-A86D-8C0167FB75A9}" destId="{0CF572F9-6E90-441E-B9DD-064EE27175E2}" srcOrd="1" destOrd="0" presId="urn:microsoft.com/office/officeart/2005/8/layout/hierarchy1"/>
    <dgm:cxn modelId="{130D7FA5-2B2F-44FD-B2B1-1E5C8BA40AA6}" type="presParOf" srcId="{226744E0-CFA7-427A-95DF-FF74D39F0E73}" destId="{85A1987C-0596-41BC-B5A4-917934FA6F9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986F718-71BA-47D3-B1DA-2F5012008F2C}" type="doc">
      <dgm:prSet loTypeId="urn:microsoft.com/office/officeart/2018/2/layout/IconCircleList" loCatId="icon" qsTypeId="urn:microsoft.com/office/officeart/2005/8/quickstyle/simple1" qsCatId="simple" csTypeId="urn:microsoft.com/office/officeart/2005/8/colors/colorful1" csCatId="colorful" phldr="1"/>
      <dgm:spPr/>
      <dgm:t>
        <a:bodyPr/>
        <a:lstStyle/>
        <a:p>
          <a:endParaRPr lang="en-US"/>
        </a:p>
      </dgm:t>
    </dgm:pt>
    <dgm:pt modelId="{7A3C02E1-4CBE-4106-A32C-60478D9980EF}">
      <dgm:prSet/>
      <dgm:spPr/>
      <dgm:t>
        <a:bodyPr/>
        <a:lstStyle/>
        <a:p>
          <a:pPr>
            <a:lnSpc>
              <a:spcPct val="100000"/>
            </a:lnSpc>
          </a:pPr>
          <a:r>
            <a:rPr lang="en-US"/>
            <a:t>Principal Component Analysis</a:t>
          </a:r>
        </a:p>
      </dgm:t>
    </dgm:pt>
    <dgm:pt modelId="{5B884BE5-62BE-4E87-8210-12423A43F5BF}" type="parTrans" cxnId="{CAE0A70B-5F9B-44DF-81A8-7B1623E62C48}">
      <dgm:prSet/>
      <dgm:spPr/>
      <dgm:t>
        <a:bodyPr/>
        <a:lstStyle/>
        <a:p>
          <a:endParaRPr lang="en-US"/>
        </a:p>
      </dgm:t>
    </dgm:pt>
    <dgm:pt modelId="{E8640224-8DE2-4302-8B2A-D012049E4053}" type="sibTrans" cxnId="{CAE0A70B-5F9B-44DF-81A8-7B1623E62C48}">
      <dgm:prSet/>
      <dgm:spPr/>
      <dgm:t>
        <a:bodyPr/>
        <a:lstStyle/>
        <a:p>
          <a:pPr>
            <a:lnSpc>
              <a:spcPct val="100000"/>
            </a:lnSpc>
          </a:pPr>
          <a:endParaRPr lang="en-US"/>
        </a:p>
      </dgm:t>
    </dgm:pt>
    <dgm:pt modelId="{C9E1A667-2A8B-491D-9F3D-67E01C0ADB8A}">
      <dgm:prSet/>
      <dgm:spPr/>
      <dgm:t>
        <a:bodyPr/>
        <a:lstStyle/>
        <a:p>
          <a:pPr>
            <a:lnSpc>
              <a:spcPct val="100000"/>
            </a:lnSpc>
          </a:pPr>
          <a:r>
            <a:rPr lang="en-US"/>
            <a:t>ANOVA</a:t>
          </a:r>
        </a:p>
      </dgm:t>
    </dgm:pt>
    <dgm:pt modelId="{E400D05D-0372-4223-8561-960857F561A9}" type="parTrans" cxnId="{A16387BB-D3DE-4509-83A8-860B482C408D}">
      <dgm:prSet/>
      <dgm:spPr/>
      <dgm:t>
        <a:bodyPr/>
        <a:lstStyle/>
        <a:p>
          <a:endParaRPr lang="en-US"/>
        </a:p>
      </dgm:t>
    </dgm:pt>
    <dgm:pt modelId="{9E21C4E3-945A-4DBC-B1D7-8A98C6DCAE8E}" type="sibTrans" cxnId="{A16387BB-D3DE-4509-83A8-860B482C408D}">
      <dgm:prSet/>
      <dgm:spPr/>
      <dgm:t>
        <a:bodyPr/>
        <a:lstStyle/>
        <a:p>
          <a:pPr>
            <a:lnSpc>
              <a:spcPct val="100000"/>
            </a:lnSpc>
          </a:pPr>
          <a:endParaRPr lang="en-US"/>
        </a:p>
      </dgm:t>
    </dgm:pt>
    <dgm:pt modelId="{3B800A72-DD9B-4EEB-AF24-E966F017B499}">
      <dgm:prSet/>
      <dgm:spPr/>
      <dgm:t>
        <a:bodyPr/>
        <a:lstStyle/>
        <a:p>
          <a:pPr>
            <a:lnSpc>
              <a:spcPct val="100000"/>
            </a:lnSpc>
          </a:pPr>
          <a:r>
            <a:rPr lang="en-US"/>
            <a:t>Correlation Matrices</a:t>
          </a:r>
        </a:p>
      </dgm:t>
    </dgm:pt>
    <dgm:pt modelId="{D6351FEB-DE08-4B00-BC92-C7B699263F38}" type="parTrans" cxnId="{8F0DF785-8036-4813-BAD6-09FFD4DE2FEF}">
      <dgm:prSet/>
      <dgm:spPr/>
      <dgm:t>
        <a:bodyPr/>
        <a:lstStyle/>
        <a:p>
          <a:endParaRPr lang="en-US"/>
        </a:p>
      </dgm:t>
    </dgm:pt>
    <dgm:pt modelId="{1B08D86C-C358-4C46-B0C3-C08731CCBE63}" type="sibTrans" cxnId="{8F0DF785-8036-4813-BAD6-09FFD4DE2FEF}">
      <dgm:prSet/>
      <dgm:spPr/>
      <dgm:t>
        <a:bodyPr/>
        <a:lstStyle/>
        <a:p>
          <a:endParaRPr lang="en-US"/>
        </a:p>
      </dgm:t>
    </dgm:pt>
    <dgm:pt modelId="{76BE1406-FBD9-47CB-8C2E-3EF3D81E04F1}" type="pres">
      <dgm:prSet presAssocID="{D986F718-71BA-47D3-B1DA-2F5012008F2C}" presName="root" presStyleCnt="0">
        <dgm:presLayoutVars>
          <dgm:dir/>
          <dgm:resizeHandles val="exact"/>
        </dgm:presLayoutVars>
      </dgm:prSet>
      <dgm:spPr/>
    </dgm:pt>
    <dgm:pt modelId="{A4008E43-26D9-49E8-8D4D-91DE8A8814D5}" type="pres">
      <dgm:prSet presAssocID="{D986F718-71BA-47D3-B1DA-2F5012008F2C}" presName="container" presStyleCnt="0">
        <dgm:presLayoutVars>
          <dgm:dir/>
          <dgm:resizeHandles val="exact"/>
        </dgm:presLayoutVars>
      </dgm:prSet>
      <dgm:spPr/>
    </dgm:pt>
    <dgm:pt modelId="{E5E172DA-5686-41EA-AE4F-6F1644FE2258}" type="pres">
      <dgm:prSet presAssocID="{7A3C02E1-4CBE-4106-A32C-60478D9980EF}" presName="compNode" presStyleCnt="0"/>
      <dgm:spPr/>
    </dgm:pt>
    <dgm:pt modelId="{F6771A18-A428-4661-8052-D2805DD0B502}" type="pres">
      <dgm:prSet presAssocID="{7A3C02E1-4CBE-4106-A32C-60478D9980EF}" presName="iconBgRect" presStyleLbl="bgShp" presStyleIdx="0" presStyleCnt="3"/>
      <dgm:spPr/>
    </dgm:pt>
    <dgm:pt modelId="{4EA33801-E152-433B-8BCF-D4236432B3F0}" type="pres">
      <dgm:prSet presAssocID="{7A3C02E1-4CBE-4106-A32C-60478D9980E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B5B7011F-933A-4AB8-830C-8597DC25508C}" type="pres">
      <dgm:prSet presAssocID="{7A3C02E1-4CBE-4106-A32C-60478D9980EF}" presName="spaceRect" presStyleCnt="0"/>
      <dgm:spPr/>
    </dgm:pt>
    <dgm:pt modelId="{5C98E90A-8F89-4E50-8D24-EFCF69F0A1AB}" type="pres">
      <dgm:prSet presAssocID="{7A3C02E1-4CBE-4106-A32C-60478D9980EF}" presName="textRect" presStyleLbl="revTx" presStyleIdx="0" presStyleCnt="3">
        <dgm:presLayoutVars>
          <dgm:chMax val="1"/>
          <dgm:chPref val="1"/>
        </dgm:presLayoutVars>
      </dgm:prSet>
      <dgm:spPr/>
    </dgm:pt>
    <dgm:pt modelId="{21439A64-7605-405E-B2F1-7792CE55E904}" type="pres">
      <dgm:prSet presAssocID="{E8640224-8DE2-4302-8B2A-D012049E4053}" presName="sibTrans" presStyleLbl="sibTrans2D1" presStyleIdx="0" presStyleCnt="0"/>
      <dgm:spPr/>
    </dgm:pt>
    <dgm:pt modelId="{C04DDC78-F1BF-44E6-8640-0BC708825D91}" type="pres">
      <dgm:prSet presAssocID="{C9E1A667-2A8B-491D-9F3D-67E01C0ADB8A}" presName="compNode" presStyleCnt="0"/>
      <dgm:spPr/>
    </dgm:pt>
    <dgm:pt modelId="{EEE9308A-028E-48D1-8445-BCAFE5973D8E}" type="pres">
      <dgm:prSet presAssocID="{C9E1A667-2A8B-491D-9F3D-67E01C0ADB8A}" presName="iconBgRect" presStyleLbl="bgShp" presStyleIdx="1" presStyleCnt="3"/>
      <dgm:spPr/>
    </dgm:pt>
    <dgm:pt modelId="{3B2A1E4C-FD62-4109-A500-8B799E7B6109}" type="pres">
      <dgm:prSet presAssocID="{C9E1A667-2A8B-491D-9F3D-67E01C0ADB8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Lightbulb"/>
        </a:ext>
      </dgm:extLst>
    </dgm:pt>
    <dgm:pt modelId="{C59CCEE0-9A05-47B7-9750-E2B29D38549B}" type="pres">
      <dgm:prSet presAssocID="{C9E1A667-2A8B-491D-9F3D-67E01C0ADB8A}" presName="spaceRect" presStyleCnt="0"/>
      <dgm:spPr/>
    </dgm:pt>
    <dgm:pt modelId="{196A8B30-3F63-4D40-916D-115F86FF7F8F}" type="pres">
      <dgm:prSet presAssocID="{C9E1A667-2A8B-491D-9F3D-67E01C0ADB8A}" presName="textRect" presStyleLbl="revTx" presStyleIdx="1" presStyleCnt="3">
        <dgm:presLayoutVars>
          <dgm:chMax val="1"/>
          <dgm:chPref val="1"/>
        </dgm:presLayoutVars>
      </dgm:prSet>
      <dgm:spPr/>
    </dgm:pt>
    <dgm:pt modelId="{2FA7D7D5-0467-451C-8085-4D0F41ABC916}" type="pres">
      <dgm:prSet presAssocID="{9E21C4E3-945A-4DBC-B1D7-8A98C6DCAE8E}" presName="sibTrans" presStyleLbl="sibTrans2D1" presStyleIdx="0" presStyleCnt="0"/>
      <dgm:spPr/>
    </dgm:pt>
    <dgm:pt modelId="{C41632B4-77DA-422B-8896-57C8EB251F07}" type="pres">
      <dgm:prSet presAssocID="{3B800A72-DD9B-4EEB-AF24-E966F017B499}" presName="compNode" presStyleCnt="0"/>
      <dgm:spPr/>
    </dgm:pt>
    <dgm:pt modelId="{569392B0-2476-40C9-B526-ACA911D8EA6E}" type="pres">
      <dgm:prSet presAssocID="{3B800A72-DD9B-4EEB-AF24-E966F017B499}" presName="iconBgRect" presStyleLbl="bgShp" presStyleIdx="2" presStyleCnt="3"/>
      <dgm:spPr/>
    </dgm:pt>
    <dgm:pt modelId="{555E4848-F700-459E-9403-C73673CCB247}" type="pres">
      <dgm:prSet presAssocID="{3B800A72-DD9B-4EEB-AF24-E966F017B49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23EB08BF-FDDC-41E2-BDAC-B075EB81B713}" type="pres">
      <dgm:prSet presAssocID="{3B800A72-DD9B-4EEB-AF24-E966F017B499}" presName="spaceRect" presStyleCnt="0"/>
      <dgm:spPr/>
    </dgm:pt>
    <dgm:pt modelId="{B2B52BA1-54BE-4A4B-ABC0-D28B31B945F8}" type="pres">
      <dgm:prSet presAssocID="{3B800A72-DD9B-4EEB-AF24-E966F017B499}" presName="textRect" presStyleLbl="revTx" presStyleIdx="2" presStyleCnt="3">
        <dgm:presLayoutVars>
          <dgm:chMax val="1"/>
          <dgm:chPref val="1"/>
        </dgm:presLayoutVars>
      </dgm:prSet>
      <dgm:spPr/>
    </dgm:pt>
  </dgm:ptLst>
  <dgm:cxnLst>
    <dgm:cxn modelId="{1B2A8709-58B7-44EE-9247-FB3F54F530D9}" type="presOf" srcId="{7A3C02E1-4CBE-4106-A32C-60478D9980EF}" destId="{5C98E90A-8F89-4E50-8D24-EFCF69F0A1AB}" srcOrd="0" destOrd="0" presId="urn:microsoft.com/office/officeart/2018/2/layout/IconCircleList"/>
    <dgm:cxn modelId="{CAE0A70B-5F9B-44DF-81A8-7B1623E62C48}" srcId="{D986F718-71BA-47D3-B1DA-2F5012008F2C}" destId="{7A3C02E1-4CBE-4106-A32C-60478D9980EF}" srcOrd="0" destOrd="0" parTransId="{5B884BE5-62BE-4E87-8210-12423A43F5BF}" sibTransId="{E8640224-8DE2-4302-8B2A-D012049E4053}"/>
    <dgm:cxn modelId="{08D5AC34-A0CE-48F0-A064-2CC13CFD30CA}" type="presOf" srcId="{C9E1A667-2A8B-491D-9F3D-67E01C0ADB8A}" destId="{196A8B30-3F63-4D40-916D-115F86FF7F8F}" srcOrd="0" destOrd="0" presId="urn:microsoft.com/office/officeart/2018/2/layout/IconCircleList"/>
    <dgm:cxn modelId="{8F0DF785-8036-4813-BAD6-09FFD4DE2FEF}" srcId="{D986F718-71BA-47D3-B1DA-2F5012008F2C}" destId="{3B800A72-DD9B-4EEB-AF24-E966F017B499}" srcOrd="2" destOrd="0" parTransId="{D6351FEB-DE08-4B00-BC92-C7B699263F38}" sibTransId="{1B08D86C-C358-4C46-B0C3-C08731CCBE63}"/>
    <dgm:cxn modelId="{A16387BB-D3DE-4509-83A8-860B482C408D}" srcId="{D986F718-71BA-47D3-B1DA-2F5012008F2C}" destId="{C9E1A667-2A8B-491D-9F3D-67E01C0ADB8A}" srcOrd="1" destOrd="0" parTransId="{E400D05D-0372-4223-8561-960857F561A9}" sibTransId="{9E21C4E3-945A-4DBC-B1D7-8A98C6DCAE8E}"/>
    <dgm:cxn modelId="{3ABB44C8-5D8E-479B-8F4C-75D46773550A}" type="presOf" srcId="{D986F718-71BA-47D3-B1DA-2F5012008F2C}" destId="{76BE1406-FBD9-47CB-8C2E-3EF3D81E04F1}" srcOrd="0" destOrd="0" presId="urn:microsoft.com/office/officeart/2018/2/layout/IconCircleList"/>
    <dgm:cxn modelId="{BA8B80CB-6B2C-403C-B1F5-550DCF87085C}" type="presOf" srcId="{9E21C4E3-945A-4DBC-B1D7-8A98C6DCAE8E}" destId="{2FA7D7D5-0467-451C-8085-4D0F41ABC916}" srcOrd="0" destOrd="0" presId="urn:microsoft.com/office/officeart/2018/2/layout/IconCircleList"/>
    <dgm:cxn modelId="{D4C0B2D4-3B6C-47DE-85AC-D5490FF24DC5}" type="presOf" srcId="{3B800A72-DD9B-4EEB-AF24-E966F017B499}" destId="{B2B52BA1-54BE-4A4B-ABC0-D28B31B945F8}" srcOrd="0" destOrd="0" presId="urn:microsoft.com/office/officeart/2018/2/layout/IconCircleList"/>
    <dgm:cxn modelId="{C785F1FA-BA90-4332-8634-7FDB54D50934}" type="presOf" srcId="{E8640224-8DE2-4302-8B2A-D012049E4053}" destId="{21439A64-7605-405E-B2F1-7792CE55E904}" srcOrd="0" destOrd="0" presId="urn:microsoft.com/office/officeart/2018/2/layout/IconCircleList"/>
    <dgm:cxn modelId="{70BB2F0A-7BD1-4B08-9308-AC9A5DEDB016}" type="presParOf" srcId="{76BE1406-FBD9-47CB-8C2E-3EF3D81E04F1}" destId="{A4008E43-26D9-49E8-8D4D-91DE8A8814D5}" srcOrd="0" destOrd="0" presId="urn:microsoft.com/office/officeart/2018/2/layout/IconCircleList"/>
    <dgm:cxn modelId="{2932453E-B621-42C5-ADEA-325DD281850D}" type="presParOf" srcId="{A4008E43-26D9-49E8-8D4D-91DE8A8814D5}" destId="{E5E172DA-5686-41EA-AE4F-6F1644FE2258}" srcOrd="0" destOrd="0" presId="urn:microsoft.com/office/officeart/2018/2/layout/IconCircleList"/>
    <dgm:cxn modelId="{C8993BDD-FEF7-44AC-8152-D249BD757B62}" type="presParOf" srcId="{E5E172DA-5686-41EA-AE4F-6F1644FE2258}" destId="{F6771A18-A428-4661-8052-D2805DD0B502}" srcOrd="0" destOrd="0" presId="urn:microsoft.com/office/officeart/2018/2/layout/IconCircleList"/>
    <dgm:cxn modelId="{02181715-D757-421A-BC7D-0C46C37B49B8}" type="presParOf" srcId="{E5E172DA-5686-41EA-AE4F-6F1644FE2258}" destId="{4EA33801-E152-433B-8BCF-D4236432B3F0}" srcOrd="1" destOrd="0" presId="urn:microsoft.com/office/officeart/2018/2/layout/IconCircleList"/>
    <dgm:cxn modelId="{1B40DCBE-7C8D-4C28-B0D4-B038AF2DF1D9}" type="presParOf" srcId="{E5E172DA-5686-41EA-AE4F-6F1644FE2258}" destId="{B5B7011F-933A-4AB8-830C-8597DC25508C}" srcOrd="2" destOrd="0" presId="urn:microsoft.com/office/officeart/2018/2/layout/IconCircleList"/>
    <dgm:cxn modelId="{8E33A8C8-796A-4FD1-9D3A-DA13CBE95559}" type="presParOf" srcId="{E5E172DA-5686-41EA-AE4F-6F1644FE2258}" destId="{5C98E90A-8F89-4E50-8D24-EFCF69F0A1AB}" srcOrd="3" destOrd="0" presId="urn:microsoft.com/office/officeart/2018/2/layout/IconCircleList"/>
    <dgm:cxn modelId="{3334A7B1-8DBA-4837-9780-57040D2000AD}" type="presParOf" srcId="{A4008E43-26D9-49E8-8D4D-91DE8A8814D5}" destId="{21439A64-7605-405E-B2F1-7792CE55E904}" srcOrd="1" destOrd="0" presId="urn:microsoft.com/office/officeart/2018/2/layout/IconCircleList"/>
    <dgm:cxn modelId="{29F0E89A-F4CC-41DC-8358-030637E5AE24}" type="presParOf" srcId="{A4008E43-26D9-49E8-8D4D-91DE8A8814D5}" destId="{C04DDC78-F1BF-44E6-8640-0BC708825D91}" srcOrd="2" destOrd="0" presId="urn:microsoft.com/office/officeart/2018/2/layout/IconCircleList"/>
    <dgm:cxn modelId="{08537242-5A6F-4712-9B3D-E79B23A34727}" type="presParOf" srcId="{C04DDC78-F1BF-44E6-8640-0BC708825D91}" destId="{EEE9308A-028E-48D1-8445-BCAFE5973D8E}" srcOrd="0" destOrd="0" presId="urn:microsoft.com/office/officeart/2018/2/layout/IconCircleList"/>
    <dgm:cxn modelId="{FDFF37C0-D11D-45E1-B1F8-DC35DC517551}" type="presParOf" srcId="{C04DDC78-F1BF-44E6-8640-0BC708825D91}" destId="{3B2A1E4C-FD62-4109-A500-8B799E7B6109}" srcOrd="1" destOrd="0" presId="urn:microsoft.com/office/officeart/2018/2/layout/IconCircleList"/>
    <dgm:cxn modelId="{D2FD48E3-7DF3-41DF-8A9D-CE11267804E0}" type="presParOf" srcId="{C04DDC78-F1BF-44E6-8640-0BC708825D91}" destId="{C59CCEE0-9A05-47B7-9750-E2B29D38549B}" srcOrd="2" destOrd="0" presId="urn:microsoft.com/office/officeart/2018/2/layout/IconCircleList"/>
    <dgm:cxn modelId="{B5F21440-786A-434F-BE7A-2FAC76EB33E2}" type="presParOf" srcId="{C04DDC78-F1BF-44E6-8640-0BC708825D91}" destId="{196A8B30-3F63-4D40-916D-115F86FF7F8F}" srcOrd="3" destOrd="0" presId="urn:microsoft.com/office/officeart/2018/2/layout/IconCircleList"/>
    <dgm:cxn modelId="{8590BE96-64C2-4417-90FA-D92CE1AE1CD8}" type="presParOf" srcId="{A4008E43-26D9-49E8-8D4D-91DE8A8814D5}" destId="{2FA7D7D5-0467-451C-8085-4D0F41ABC916}" srcOrd="3" destOrd="0" presId="urn:microsoft.com/office/officeart/2018/2/layout/IconCircleList"/>
    <dgm:cxn modelId="{9206AE11-1CF3-41B9-9507-1EC8D79A5454}" type="presParOf" srcId="{A4008E43-26D9-49E8-8D4D-91DE8A8814D5}" destId="{C41632B4-77DA-422B-8896-57C8EB251F07}" srcOrd="4" destOrd="0" presId="urn:microsoft.com/office/officeart/2018/2/layout/IconCircleList"/>
    <dgm:cxn modelId="{EA558DE9-A804-4D77-A316-4551F64540D6}" type="presParOf" srcId="{C41632B4-77DA-422B-8896-57C8EB251F07}" destId="{569392B0-2476-40C9-B526-ACA911D8EA6E}" srcOrd="0" destOrd="0" presId="urn:microsoft.com/office/officeart/2018/2/layout/IconCircleList"/>
    <dgm:cxn modelId="{52CAE353-7B88-4212-A40F-C029D979F66A}" type="presParOf" srcId="{C41632B4-77DA-422B-8896-57C8EB251F07}" destId="{555E4848-F700-459E-9403-C73673CCB247}" srcOrd="1" destOrd="0" presId="urn:microsoft.com/office/officeart/2018/2/layout/IconCircleList"/>
    <dgm:cxn modelId="{4C879947-DD03-4BDE-A391-2F7F690C6E78}" type="presParOf" srcId="{C41632B4-77DA-422B-8896-57C8EB251F07}" destId="{23EB08BF-FDDC-41E2-BDAC-B075EB81B713}" srcOrd="2" destOrd="0" presId="urn:microsoft.com/office/officeart/2018/2/layout/IconCircleList"/>
    <dgm:cxn modelId="{64D1E60B-7E3C-4BC8-8310-E545286AF5A5}" type="presParOf" srcId="{C41632B4-77DA-422B-8896-57C8EB251F07}" destId="{B2B52BA1-54BE-4A4B-ABC0-D28B31B945F8}"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C05CB17-8C6C-4006-9419-9823472FEAF5}" type="doc">
      <dgm:prSet loTypeId="urn:microsoft.com/office/officeart/2005/8/layout/hProcess4" loCatId="process" qsTypeId="urn:microsoft.com/office/officeart/2005/8/quickstyle/simple4" qsCatId="simple" csTypeId="urn:microsoft.com/office/officeart/2005/8/colors/colorful1" csCatId="colorful" phldr="1"/>
      <dgm:spPr/>
      <dgm:t>
        <a:bodyPr/>
        <a:lstStyle/>
        <a:p>
          <a:endParaRPr lang="en-US"/>
        </a:p>
      </dgm:t>
    </dgm:pt>
    <dgm:pt modelId="{51CE83A9-A928-4CB7-8E8F-45041C92C216}">
      <dgm:prSet/>
      <dgm:spPr/>
      <dgm:t>
        <a:bodyPr/>
        <a:lstStyle/>
        <a:p>
          <a:pPr rtl="0"/>
          <a:r>
            <a:rPr lang="en-US">
              <a:latin typeface="Gill Sans MT" panose="020B0502020104020203"/>
            </a:rPr>
            <a:t>Select Model</a:t>
          </a:r>
          <a:endParaRPr lang="en-US"/>
        </a:p>
      </dgm:t>
    </dgm:pt>
    <dgm:pt modelId="{48D6E5D5-2A45-4D30-94C0-61479A5543B8}" type="parTrans" cxnId="{9F3759F6-F94A-41CE-9181-91CBA3E14C6A}">
      <dgm:prSet/>
      <dgm:spPr/>
      <dgm:t>
        <a:bodyPr/>
        <a:lstStyle/>
        <a:p>
          <a:endParaRPr lang="en-US"/>
        </a:p>
      </dgm:t>
    </dgm:pt>
    <dgm:pt modelId="{AFEF9870-3092-4208-A25F-DC36BC902BF4}" type="sibTrans" cxnId="{9F3759F6-F94A-41CE-9181-91CBA3E14C6A}">
      <dgm:prSet/>
      <dgm:spPr/>
      <dgm:t>
        <a:bodyPr/>
        <a:lstStyle/>
        <a:p>
          <a:endParaRPr lang="en-US"/>
        </a:p>
      </dgm:t>
    </dgm:pt>
    <dgm:pt modelId="{2EE95A0F-851F-4632-B592-591078320459}">
      <dgm:prSet/>
      <dgm:spPr/>
      <dgm:t>
        <a:bodyPr/>
        <a:lstStyle/>
        <a:p>
          <a:r>
            <a:rPr lang="en-US"/>
            <a:t>Logistic Regression</a:t>
          </a:r>
        </a:p>
      </dgm:t>
    </dgm:pt>
    <dgm:pt modelId="{2AFA37DE-0BAC-4116-8A7E-E2BB61D70732}" type="parTrans" cxnId="{C79684C8-DD4E-4C71-BA28-B1909CE6D080}">
      <dgm:prSet/>
      <dgm:spPr/>
      <dgm:t>
        <a:bodyPr/>
        <a:lstStyle/>
        <a:p>
          <a:endParaRPr lang="en-US"/>
        </a:p>
      </dgm:t>
    </dgm:pt>
    <dgm:pt modelId="{A2CE773B-AD1A-4A8A-9BA8-4DD279147AEF}" type="sibTrans" cxnId="{C79684C8-DD4E-4C71-BA28-B1909CE6D080}">
      <dgm:prSet/>
      <dgm:spPr/>
      <dgm:t>
        <a:bodyPr/>
        <a:lstStyle/>
        <a:p>
          <a:endParaRPr lang="en-US"/>
        </a:p>
      </dgm:t>
    </dgm:pt>
    <dgm:pt modelId="{BD85C27D-DE7B-4DF2-BBEC-3474E5E9A1A8}">
      <dgm:prSet/>
      <dgm:spPr/>
      <dgm:t>
        <a:bodyPr/>
        <a:lstStyle/>
        <a:p>
          <a:r>
            <a:rPr lang="en-US"/>
            <a:t>Random Forest</a:t>
          </a:r>
        </a:p>
      </dgm:t>
    </dgm:pt>
    <dgm:pt modelId="{976C2213-091F-4C33-89FE-9B4B3EADA6D6}" type="parTrans" cxnId="{CD0119A8-73A2-49F2-BCB0-06DBD7D64B1C}">
      <dgm:prSet/>
      <dgm:spPr/>
      <dgm:t>
        <a:bodyPr/>
        <a:lstStyle/>
        <a:p>
          <a:endParaRPr lang="en-US"/>
        </a:p>
      </dgm:t>
    </dgm:pt>
    <dgm:pt modelId="{B3C794D9-F1C4-43DD-9181-92C2B0B6C32B}" type="sibTrans" cxnId="{CD0119A8-73A2-49F2-BCB0-06DBD7D64B1C}">
      <dgm:prSet/>
      <dgm:spPr/>
      <dgm:t>
        <a:bodyPr/>
        <a:lstStyle/>
        <a:p>
          <a:endParaRPr lang="en-US"/>
        </a:p>
      </dgm:t>
    </dgm:pt>
    <dgm:pt modelId="{4B3FC77F-8A2D-47F9-AB1B-2D4833DF32E8}">
      <dgm:prSet/>
      <dgm:spPr/>
      <dgm:t>
        <a:bodyPr/>
        <a:lstStyle/>
        <a:p>
          <a:r>
            <a:rPr lang="en-US"/>
            <a:t>Support Vector Machine</a:t>
          </a:r>
        </a:p>
      </dgm:t>
    </dgm:pt>
    <dgm:pt modelId="{C6585452-3320-4CB7-B7E1-0AB962A63816}" type="parTrans" cxnId="{B0B5307A-F30A-4D05-AB6A-E8795262ED4C}">
      <dgm:prSet/>
      <dgm:spPr/>
      <dgm:t>
        <a:bodyPr/>
        <a:lstStyle/>
        <a:p>
          <a:endParaRPr lang="en-US"/>
        </a:p>
      </dgm:t>
    </dgm:pt>
    <dgm:pt modelId="{B9079D76-6CCD-4144-A62B-F4B147DBAD9A}" type="sibTrans" cxnId="{B0B5307A-F30A-4D05-AB6A-E8795262ED4C}">
      <dgm:prSet/>
      <dgm:spPr/>
      <dgm:t>
        <a:bodyPr/>
        <a:lstStyle/>
        <a:p>
          <a:endParaRPr lang="en-US"/>
        </a:p>
      </dgm:t>
    </dgm:pt>
    <dgm:pt modelId="{ACE50812-E093-4709-A1DD-2A4294EE1D62}">
      <dgm:prSet/>
      <dgm:spPr/>
      <dgm:t>
        <a:bodyPr/>
        <a:lstStyle/>
        <a:p>
          <a:pPr rtl="0"/>
          <a:r>
            <a:rPr lang="en-US">
              <a:latin typeface="Gill Sans MT" panose="020B0502020104020203"/>
            </a:rPr>
            <a:t>Tune Hyperparameters</a:t>
          </a:r>
        </a:p>
      </dgm:t>
    </dgm:pt>
    <dgm:pt modelId="{35DF7FBF-941A-4BAD-B1D1-2D7099085185}" type="parTrans" cxnId="{B41B6A0B-5255-4570-B425-24217C9C4197}">
      <dgm:prSet/>
      <dgm:spPr/>
      <dgm:t>
        <a:bodyPr/>
        <a:lstStyle/>
        <a:p>
          <a:endParaRPr lang="en-US"/>
        </a:p>
      </dgm:t>
    </dgm:pt>
    <dgm:pt modelId="{824B3A45-00B1-44E7-BA9F-815C014C5E9C}" type="sibTrans" cxnId="{B41B6A0B-5255-4570-B425-24217C9C4197}">
      <dgm:prSet/>
      <dgm:spPr/>
      <dgm:t>
        <a:bodyPr/>
        <a:lstStyle/>
        <a:p>
          <a:endParaRPr lang="en-US"/>
        </a:p>
      </dgm:t>
    </dgm:pt>
    <dgm:pt modelId="{0E57270A-D29B-4526-89A9-64636AC4B1BE}">
      <dgm:prSet phldr="0"/>
      <dgm:spPr/>
      <dgm:t>
        <a:bodyPr/>
        <a:lstStyle/>
        <a:p>
          <a:pPr rtl="0"/>
          <a:r>
            <a:rPr lang="en-US">
              <a:latin typeface="Gill Sans MT" panose="020B0502020104020203"/>
            </a:rPr>
            <a:t>Cross</a:t>
          </a:r>
          <a:r>
            <a:rPr lang="en-US" dirty="0">
              <a:latin typeface="Gill Sans MT" panose="020B0502020104020203"/>
            </a:rPr>
            <a:t> Validation</a:t>
          </a:r>
        </a:p>
      </dgm:t>
    </dgm:pt>
    <dgm:pt modelId="{788B0FE5-4C70-4884-9435-ECE06B84741F}" type="parTrans" cxnId="{AB7D69D0-88E0-426A-81B2-37B6EC87DDAA}">
      <dgm:prSet/>
      <dgm:spPr/>
    </dgm:pt>
    <dgm:pt modelId="{D73FA2B4-F68C-4D9E-A367-CFC6ABCDDA8D}" type="sibTrans" cxnId="{AB7D69D0-88E0-426A-81B2-37B6EC87DDAA}">
      <dgm:prSet/>
      <dgm:spPr/>
    </dgm:pt>
    <dgm:pt modelId="{85535495-9EF0-4A44-96C9-4DBA9C885D68}">
      <dgm:prSet phldr="0"/>
      <dgm:spPr/>
      <dgm:t>
        <a:bodyPr/>
        <a:lstStyle/>
        <a:p>
          <a:pPr rtl="0"/>
          <a:r>
            <a:rPr lang="en-US" dirty="0">
              <a:latin typeface="Gill Sans MT" panose="020B0502020104020203"/>
            </a:rPr>
            <a:t> 80 / 20 Split</a:t>
          </a:r>
        </a:p>
      </dgm:t>
    </dgm:pt>
    <dgm:pt modelId="{122A76D9-3A87-4A10-A6A0-F6F7A5558CD1}" type="parTrans" cxnId="{307C5120-4E63-4A1F-8345-546EC57AC5E0}">
      <dgm:prSet/>
      <dgm:spPr/>
    </dgm:pt>
    <dgm:pt modelId="{FC6956C5-1450-4B7C-9C2E-6287CCF116CD}" type="sibTrans" cxnId="{307C5120-4E63-4A1F-8345-546EC57AC5E0}">
      <dgm:prSet/>
      <dgm:spPr/>
    </dgm:pt>
    <dgm:pt modelId="{8709DBBC-E002-4306-BD28-4E2D7D7397E5}">
      <dgm:prSet phldr="0"/>
      <dgm:spPr/>
      <dgm:t>
        <a:bodyPr/>
        <a:lstStyle/>
        <a:p>
          <a:r>
            <a:rPr lang="en-US" dirty="0">
              <a:latin typeface="Gill Sans MT" panose="020B0502020104020203"/>
            </a:rPr>
            <a:t>Grid Search</a:t>
          </a:r>
          <a:endParaRPr lang="en-US" dirty="0"/>
        </a:p>
      </dgm:t>
    </dgm:pt>
    <dgm:pt modelId="{BFB65CBD-7156-4FC4-8D8D-DCDD5EAA2DEB}" type="parTrans" cxnId="{0303E0B6-748A-4DC9-9F9B-2E727DF4B942}">
      <dgm:prSet/>
      <dgm:spPr/>
    </dgm:pt>
    <dgm:pt modelId="{11C8ED37-F6FB-4E24-B36C-55A9033695C4}" type="sibTrans" cxnId="{0303E0B6-748A-4DC9-9F9B-2E727DF4B942}">
      <dgm:prSet/>
      <dgm:spPr/>
    </dgm:pt>
    <dgm:pt modelId="{367BCB0E-314C-44E1-959F-DF0AF6DC771A}">
      <dgm:prSet phldr="0"/>
      <dgm:spPr/>
      <dgm:t>
        <a:bodyPr/>
        <a:lstStyle/>
        <a:p>
          <a:pPr rtl="0"/>
          <a:r>
            <a:rPr lang="en-US" dirty="0">
              <a:latin typeface="Gill Sans MT" panose="020B0502020104020203"/>
            </a:rPr>
            <a:t>Metric Measurements</a:t>
          </a:r>
        </a:p>
      </dgm:t>
    </dgm:pt>
    <dgm:pt modelId="{424FD185-4F1A-4890-BA57-C5856052AFD2}" type="parTrans" cxnId="{84D58C56-2B06-47AD-91BB-82A21F9FC1A1}">
      <dgm:prSet/>
      <dgm:spPr/>
    </dgm:pt>
    <dgm:pt modelId="{F8FE50BB-69DB-453C-81B8-816DE1C890E5}" type="sibTrans" cxnId="{84D58C56-2B06-47AD-91BB-82A21F9FC1A1}">
      <dgm:prSet/>
      <dgm:spPr/>
    </dgm:pt>
    <dgm:pt modelId="{02A01CDE-DF14-438D-9B7A-D9B9AD7D5BF7}">
      <dgm:prSet phldr="0"/>
      <dgm:spPr/>
      <dgm:t>
        <a:bodyPr/>
        <a:lstStyle/>
        <a:p>
          <a:r>
            <a:rPr lang="en-US" dirty="0">
              <a:latin typeface="Gill Sans MT" panose="020B0502020104020203"/>
            </a:rPr>
            <a:t>ROC Curve</a:t>
          </a:r>
        </a:p>
      </dgm:t>
    </dgm:pt>
    <dgm:pt modelId="{71D64E1A-979D-4E79-BF78-3DF1565F52AB}" type="parTrans" cxnId="{35A88C66-A3E6-4C58-8B73-9B05D43F7F98}">
      <dgm:prSet/>
      <dgm:spPr/>
    </dgm:pt>
    <dgm:pt modelId="{64075248-05E0-4B84-844C-EC44F6C6AA34}" type="sibTrans" cxnId="{35A88C66-A3E6-4C58-8B73-9B05D43F7F98}">
      <dgm:prSet/>
      <dgm:spPr/>
    </dgm:pt>
    <dgm:pt modelId="{1F25FA98-9A77-4295-BD6C-875F7E545486}">
      <dgm:prSet phldr="0"/>
      <dgm:spPr/>
      <dgm:t>
        <a:bodyPr/>
        <a:lstStyle/>
        <a:p>
          <a:endParaRPr lang="en-US" dirty="0">
            <a:latin typeface="Gill Sans MT" panose="020B0502020104020203"/>
          </a:endParaRPr>
        </a:p>
      </dgm:t>
    </dgm:pt>
    <dgm:pt modelId="{4E5DC68E-A7E4-4400-810A-BD6F895E4198}" type="parTrans" cxnId="{85AD82AE-47EC-438F-A0E3-15E07E64385B}">
      <dgm:prSet/>
      <dgm:spPr/>
    </dgm:pt>
    <dgm:pt modelId="{2A4490D9-DF6E-4857-BE63-D062342EC41B}" type="sibTrans" cxnId="{85AD82AE-47EC-438F-A0E3-15E07E64385B}">
      <dgm:prSet/>
      <dgm:spPr/>
    </dgm:pt>
    <dgm:pt modelId="{46C35581-4D21-4B7A-8C85-913A3D96DA35}">
      <dgm:prSet phldr="0"/>
      <dgm:spPr/>
      <dgm:t>
        <a:bodyPr/>
        <a:lstStyle/>
        <a:p>
          <a:pPr rtl="0"/>
          <a:r>
            <a:rPr lang="en-US" dirty="0">
              <a:latin typeface="Gill Sans MT" panose="020B0502020104020203"/>
            </a:rPr>
            <a:t>Bayes Search</a:t>
          </a:r>
        </a:p>
      </dgm:t>
    </dgm:pt>
    <dgm:pt modelId="{31E2B15E-E0A7-4460-9FB4-6915D26FDCEF}" type="parTrans" cxnId="{3C90B97A-FEDB-4D0B-85D2-34FFF7C0C21A}">
      <dgm:prSet/>
      <dgm:spPr/>
    </dgm:pt>
    <dgm:pt modelId="{C705BAA0-E4F2-44E2-931A-16AFCEC14491}" type="sibTrans" cxnId="{3C90B97A-FEDB-4D0B-85D2-34FFF7C0C21A}">
      <dgm:prSet/>
      <dgm:spPr/>
    </dgm:pt>
    <dgm:pt modelId="{C25565CD-6657-4F0B-ACEF-CF6CAABB36B3}">
      <dgm:prSet phldr="0"/>
      <dgm:spPr/>
      <dgm:t>
        <a:bodyPr/>
        <a:lstStyle/>
        <a:p>
          <a:pPr rtl="0"/>
          <a:r>
            <a:rPr lang="en-US" dirty="0">
              <a:latin typeface="Gill Sans MT" panose="020B0502020104020203"/>
            </a:rPr>
            <a:t>Precision / Recall</a:t>
          </a:r>
        </a:p>
      </dgm:t>
    </dgm:pt>
    <dgm:pt modelId="{5CFBE02D-3453-489D-9F6E-D737AE9A3979}" type="parTrans" cxnId="{B61BD1F6-0FB6-48B7-B30E-8A0852E5201B}">
      <dgm:prSet/>
      <dgm:spPr/>
    </dgm:pt>
    <dgm:pt modelId="{2E2318CA-3BBE-4FC2-A17A-290A59608360}" type="sibTrans" cxnId="{B61BD1F6-0FB6-48B7-B30E-8A0852E5201B}">
      <dgm:prSet/>
      <dgm:spPr/>
    </dgm:pt>
    <dgm:pt modelId="{496E3FFB-BAFA-4394-88C6-45A2895AAEC3}">
      <dgm:prSet phldr="0"/>
      <dgm:spPr/>
      <dgm:t>
        <a:bodyPr/>
        <a:lstStyle/>
        <a:p>
          <a:pPr rtl="0"/>
          <a:r>
            <a:rPr lang="en-US" dirty="0">
              <a:latin typeface="Gill Sans MT" panose="020B0502020104020203"/>
            </a:rPr>
            <a:t>Confusion Matrix</a:t>
          </a:r>
          <a:endParaRPr lang="en-US" dirty="0"/>
        </a:p>
      </dgm:t>
    </dgm:pt>
    <dgm:pt modelId="{A5537E42-399A-4BB1-AA1B-D036E4691C68}" type="parTrans" cxnId="{4DD8B6BB-174D-4F6A-BEBF-A76BDDABF45D}">
      <dgm:prSet/>
      <dgm:spPr/>
    </dgm:pt>
    <dgm:pt modelId="{3945EF11-F15A-4D6B-9DE0-F178F3532B1A}" type="sibTrans" cxnId="{4DD8B6BB-174D-4F6A-BEBF-A76BDDABF45D}">
      <dgm:prSet/>
      <dgm:spPr/>
    </dgm:pt>
    <dgm:pt modelId="{BC070E18-F270-48CA-84CA-8A2A05BB5A60}" type="pres">
      <dgm:prSet presAssocID="{0C05CB17-8C6C-4006-9419-9823472FEAF5}" presName="Name0" presStyleCnt="0">
        <dgm:presLayoutVars>
          <dgm:dir/>
          <dgm:animLvl val="lvl"/>
          <dgm:resizeHandles val="exact"/>
        </dgm:presLayoutVars>
      </dgm:prSet>
      <dgm:spPr/>
    </dgm:pt>
    <dgm:pt modelId="{0214D7A3-5979-4853-B395-1368C7429E60}" type="pres">
      <dgm:prSet presAssocID="{0C05CB17-8C6C-4006-9419-9823472FEAF5}" presName="tSp" presStyleCnt="0"/>
      <dgm:spPr/>
    </dgm:pt>
    <dgm:pt modelId="{2B689BAD-E6AD-48F6-AB02-65B66F444F14}" type="pres">
      <dgm:prSet presAssocID="{0C05CB17-8C6C-4006-9419-9823472FEAF5}" presName="bSp" presStyleCnt="0"/>
      <dgm:spPr/>
    </dgm:pt>
    <dgm:pt modelId="{CDF1A938-DC8A-45EF-8300-DB7AEC4B7621}" type="pres">
      <dgm:prSet presAssocID="{0C05CB17-8C6C-4006-9419-9823472FEAF5}" presName="process" presStyleCnt="0"/>
      <dgm:spPr/>
    </dgm:pt>
    <dgm:pt modelId="{49382E96-5E08-4F16-A218-58919375CD68}" type="pres">
      <dgm:prSet presAssocID="{51CE83A9-A928-4CB7-8E8F-45041C92C216}" presName="composite1" presStyleCnt="0"/>
      <dgm:spPr/>
    </dgm:pt>
    <dgm:pt modelId="{0F490AD0-6C40-4D36-8EA1-E5B3D636E2E7}" type="pres">
      <dgm:prSet presAssocID="{51CE83A9-A928-4CB7-8E8F-45041C92C216}" presName="dummyNode1" presStyleLbl="node1" presStyleIdx="0" presStyleCnt="4"/>
      <dgm:spPr/>
    </dgm:pt>
    <dgm:pt modelId="{D5A0756C-07FA-4E74-95D2-1202C6DBB617}" type="pres">
      <dgm:prSet presAssocID="{51CE83A9-A928-4CB7-8E8F-45041C92C216}" presName="childNode1" presStyleLbl="bgAcc1" presStyleIdx="0" presStyleCnt="4">
        <dgm:presLayoutVars>
          <dgm:bulletEnabled val="1"/>
        </dgm:presLayoutVars>
      </dgm:prSet>
      <dgm:spPr/>
    </dgm:pt>
    <dgm:pt modelId="{12F9E628-4493-4EFF-AAEB-1AFFD6B4F9E1}" type="pres">
      <dgm:prSet presAssocID="{51CE83A9-A928-4CB7-8E8F-45041C92C216}" presName="childNode1tx" presStyleLbl="bgAcc1" presStyleIdx="0" presStyleCnt="4">
        <dgm:presLayoutVars>
          <dgm:bulletEnabled val="1"/>
        </dgm:presLayoutVars>
      </dgm:prSet>
      <dgm:spPr/>
    </dgm:pt>
    <dgm:pt modelId="{A6922D69-417C-4536-B644-8CDAF7FC8792}" type="pres">
      <dgm:prSet presAssocID="{51CE83A9-A928-4CB7-8E8F-45041C92C216}" presName="parentNode1" presStyleLbl="node1" presStyleIdx="0" presStyleCnt="4">
        <dgm:presLayoutVars>
          <dgm:chMax val="1"/>
          <dgm:bulletEnabled val="1"/>
        </dgm:presLayoutVars>
      </dgm:prSet>
      <dgm:spPr/>
    </dgm:pt>
    <dgm:pt modelId="{4126DDE3-A608-4FD3-8057-2748AD81F6F8}" type="pres">
      <dgm:prSet presAssocID="{51CE83A9-A928-4CB7-8E8F-45041C92C216}" presName="connSite1" presStyleCnt="0"/>
      <dgm:spPr/>
    </dgm:pt>
    <dgm:pt modelId="{D84209E0-E635-43BA-93A0-625922E68D22}" type="pres">
      <dgm:prSet presAssocID="{AFEF9870-3092-4208-A25F-DC36BC902BF4}" presName="Name9" presStyleLbl="sibTrans2D1" presStyleIdx="0" presStyleCnt="3"/>
      <dgm:spPr/>
    </dgm:pt>
    <dgm:pt modelId="{227A62D0-6EC5-4344-AEB0-B13E7D14604C}" type="pres">
      <dgm:prSet presAssocID="{ACE50812-E093-4709-A1DD-2A4294EE1D62}" presName="composite2" presStyleCnt="0"/>
      <dgm:spPr/>
    </dgm:pt>
    <dgm:pt modelId="{8CB4E73A-2ACC-4E22-B711-E78E4BA148D8}" type="pres">
      <dgm:prSet presAssocID="{ACE50812-E093-4709-A1DD-2A4294EE1D62}" presName="dummyNode2" presStyleLbl="node1" presStyleIdx="0" presStyleCnt="4"/>
      <dgm:spPr/>
    </dgm:pt>
    <dgm:pt modelId="{25AFA907-ADB1-4E8B-9BEF-EA5E2643772C}" type="pres">
      <dgm:prSet presAssocID="{ACE50812-E093-4709-A1DD-2A4294EE1D62}" presName="childNode2" presStyleLbl="bgAcc1" presStyleIdx="1" presStyleCnt="4">
        <dgm:presLayoutVars>
          <dgm:bulletEnabled val="1"/>
        </dgm:presLayoutVars>
      </dgm:prSet>
      <dgm:spPr/>
    </dgm:pt>
    <dgm:pt modelId="{5030E2C5-2DE4-4A64-9D97-F802586CFD63}" type="pres">
      <dgm:prSet presAssocID="{ACE50812-E093-4709-A1DD-2A4294EE1D62}" presName="childNode2tx" presStyleLbl="bgAcc1" presStyleIdx="1" presStyleCnt="4">
        <dgm:presLayoutVars>
          <dgm:bulletEnabled val="1"/>
        </dgm:presLayoutVars>
      </dgm:prSet>
      <dgm:spPr/>
    </dgm:pt>
    <dgm:pt modelId="{29CCAEAA-1500-4C31-8F2C-57A2788BDFA5}" type="pres">
      <dgm:prSet presAssocID="{ACE50812-E093-4709-A1DD-2A4294EE1D62}" presName="parentNode2" presStyleLbl="node1" presStyleIdx="1" presStyleCnt="4">
        <dgm:presLayoutVars>
          <dgm:chMax val="0"/>
          <dgm:bulletEnabled val="1"/>
        </dgm:presLayoutVars>
      </dgm:prSet>
      <dgm:spPr/>
    </dgm:pt>
    <dgm:pt modelId="{6F8BF2AE-58F3-45EB-9C09-2A07E2E853C5}" type="pres">
      <dgm:prSet presAssocID="{ACE50812-E093-4709-A1DD-2A4294EE1D62}" presName="connSite2" presStyleCnt="0"/>
      <dgm:spPr/>
    </dgm:pt>
    <dgm:pt modelId="{B6C180B0-16BF-4DAD-A73B-08C072693E05}" type="pres">
      <dgm:prSet presAssocID="{824B3A45-00B1-44E7-BA9F-815C014C5E9C}" presName="Name18" presStyleLbl="sibTrans2D1" presStyleIdx="1" presStyleCnt="3"/>
      <dgm:spPr/>
    </dgm:pt>
    <dgm:pt modelId="{D16B0C30-D88A-4761-9404-03CE6BE84D34}" type="pres">
      <dgm:prSet presAssocID="{0E57270A-D29B-4526-89A9-64636AC4B1BE}" presName="composite1" presStyleCnt="0"/>
      <dgm:spPr/>
    </dgm:pt>
    <dgm:pt modelId="{0D489AAF-BFDB-44A3-B04A-28023BE11D76}" type="pres">
      <dgm:prSet presAssocID="{0E57270A-D29B-4526-89A9-64636AC4B1BE}" presName="dummyNode1" presStyleLbl="node1" presStyleIdx="1" presStyleCnt="4"/>
      <dgm:spPr/>
    </dgm:pt>
    <dgm:pt modelId="{1B609AAA-20CA-4E2F-B11F-FA441D072FEF}" type="pres">
      <dgm:prSet presAssocID="{0E57270A-D29B-4526-89A9-64636AC4B1BE}" presName="childNode1" presStyleLbl="bgAcc1" presStyleIdx="2" presStyleCnt="4">
        <dgm:presLayoutVars>
          <dgm:bulletEnabled val="1"/>
        </dgm:presLayoutVars>
      </dgm:prSet>
      <dgm:spPr/>
    </dgm:pt>
    <dgm:pt modelId="{80F50323-8112-4EFF-B822-38120AA11013}" type="pres">
      <dgm:prSet presAssocID="{0E57270A-D29B-4526-89A9-64636AC4B1BE}" presName="childNode1tx" presStyleLbl="bgAcc1" presStyleIdx="2" presStyleCnt="4">
        <dgm:presLayoutVars>
          <dgm:bulletEnabled val="1"/>
        </dgm:presLayoutVars>
      </dgm:prSet>
      <dgm:spPr/>
    </dgm:pt>
    <dgm:pt modelId="{5553C539-3769-4EAA-B1BC-B30B94192AC7}" type="pres">
      <dgm:prSet presAssocID="{0E57270A-D29B-4526-89A9-64636AC4B1BE}" presName="parentNode1" presStyleLbl="node1" presStyleIdx="2" presStyleCnt="4">
        <dgm:presLayoutVars>
          <dgm:chMax val="1"/>
          <dgm:bulletEnabled val="1"/>
        </dgm:presLayoutVars>
      </dgm:prSet>
      <dgm:spPr/>
    </dgm:pt>
    <dgm:pt modelId="{FC554BDC-6051-4B5C-BBB4-41CE84E4FDC3}" type="pres">
      <dgm:prSet presAssocID="{0E57270A-D29B-4526-89A9-64636AC4B1BE}" presName="connSite1" presStyleCnt="0"/>
      <dgm:spPr/>
    </dgm:pt>
    <dgm:pt modelId="{ECF77A2B-01BF-4C12-9E5A-90ED33E5ACEC}" type="pres">
      <dgm:prSet presAssocID="{D73FA2B4-F68C-4D9E-A367-CFC6ABCDDA8D}" presName="Name9" presStyleLbl="sibTrans2D1" presStyleIdx="2" presStyleCnt="3"/>
      <dgm:spPr/>
    </dgm:pt>
    <dgm:pt modelId="{D9113925-A282-4562-B792-D1F9DBEADC41}" type="pres">
      <dgm:prSet presAssocID="{367BCB0E-314C-44E1-959F-DF0AF6DC771A}" presName="composite2" presStyleCnt="0"/>
      <dgm:spPr/>
    </dgm:pt>
    <dgm:pt modelId="{813C1403-ACA7-4CA6-97AB-448CDA868AA5}" type="pres">
      <dgm:prSet presAssocID="{367BCB0E-314C-44E1-959F-DF0AF6DC771A}" presName="dummyNode2" presStyleLbl="node1" presStyleIdx="2" presStyleCnt="4"/>
      <dgm:spPr/>
    </dgm:pt>
    <dgm:pt modelId="{11943D0C-CE03-4A90-A2B9-CF5574CCB4C7}" type="pres">
      <dgm:prSet presAssocID="{367BCB0E-314C-44E1-959F-DF0AF6DC771A}" presName="childNode2" presStyleLbl="bgAcc1" presStyleIdx="3" presStyleCnt="4">
        <dgm:presLayoutVars>
          <dgm:bulletEnabled val="1"/>
        </dgm:presLayoutVars>
      </dgm:prSet>
      <dgm:spPr/>
    </dgm:pt>
    <dgm:pt modelId="{A6D607A9-6787-45A6-A8EB-EB17109F04C3}" type="pres">
      <dgm:prSet presAssocID="{367BCB0E-314C-44E1-959F-DF0AF6DC771A}" presName="childNode2tx" presStyleLbl="bgAcc1" presStyleIdx="3" presStyleCnt="4">
        <dgm:presLayoutVars>
          <dgm:bulletEnabled val="1"/>
        </dgm:presLayoutVars>
      </dgm:prSet>
      <dgm:spPr/>
    </dgm:pt>
    <dgm:pt modelId="{95D83D9C-1E7F-4EC3-AE3D-44FE2A70161C}" type="pres">
      <dgm:prSet presAssocID="{367BCB0E-314C-44E1-959F-DF0AF6DC771A}" presName="parentNode2" presStyleLbl="node1" presStyleIdx="3" presStyleCnt="4">
        <dgm:presLayoutVars>
          <dgm:chMax val="0"/>
          <dgm:bulletEnabled val="1"/>
        </dgm:presLayoutVars>
      </dgm:prSet>
      <dgm:spPr/>
    </dgm:pt>
    <dgm:pt modelId="{B0E6A8EA-4C97-4B0A-96AC-5B089F49D39A}" type="pres">
      <dgm:prSet presAssocID="{367BCB0E-314C-44E1-959F-DF0AF6DC771A}" presName="connSite2" presStyleCnt="0"/>
      <dgm:spPr/>
    </dgm:pt>
  </dgm:ptLst>
  <dgm:cxnLst>
    <dgm:cxn modelId="{6143B103-F051-41E1-811E-7C4ED54AC82E}" type="presOf" srcId="{51CE83A9-A928-4CB7-8E8F-45041C92C216}" destId="{A6922D69-417C-4536-B644-8CDAF7FC8792}" srcOrd="0" destOrd="0" presId="urn:microsoft.com/office/officeart/2005/8/layout/hProcess4"/>
    <dgm:cxn modelId="{B41B6A0B-5255-4570-B425-24217C9C4197}" srcId="{0C05CB17-8C6C-4006-9419-9823472FEAF5}" destId="{ACE50812-E093-4709-A1DD-2A4294EE1D62}" srcOrd="1" destOrd="0" parTransId="{35DF7FBF-941A-4BAD-B1D1-2D7099085185}" sibTransId="{824B3A45-00B1-44E7-BA9F-815C014C5E9C}"/>
    <dgm:cxn modelId="{55BD630C-1DA1-4066-B9FB-4D6786327D88}" type="presOf" srcId="{0E57270A-D29B-4526-89A9-64636AC4B1BE}" destId="{5553C539-3769-4EAA-B1BC-B30B94192AC7}" srcOrd="0" destOrd="0" presId="urn:microsoft.com/office/officeart/2005/8/layout/hProcess4"/>
    <dgm:cxn modelId="{429B1A14-EB92-4CED-83FC-E3100614A5E3}" type="presOf" srcId="{2EE95A0F-851F-4632-B592-591078320459}" destId="{D5A0756C-07FA-4E74-95D2-1202C6DBB617}" srcOrd="0" destOrd="0" presId="urn:microsoft.com/office/officeart/2005/8/layout/hProcess4"/>
    <dgm:cxn modelId="{307C5120-4E63-4A1F-8345-546EC57AC5E0}" srcId="{0E57270A-D29B-4526-89A9-64636AC4B1BE}" destId="{85535495-9EF0-4A44-96C9-4DBA9C885D68}" srcOrd="0" destOrd="0" parTransId="{122A76D9-3A87-4A10-A6A0-F6F7A5558CD1}" sibTransId="{FC6956C5-1450-4B7C-9C2E-6287CCF116CD}"/>
    <dgm:cxn modelId="{24CC4B2C-08B8-495F-8F7E-1D42D44D5FED}" type="presOf" srcId="{02A01CDE-DF14-438D-9B7A-D9B9AD7D5BF7}" destId="{11943D0C-CE03-4A90-A2B9-CF5574CCB4C7}" srcOrd="0" destOrd="0" presId="urn:microsoft.com/office/officeart/2005/8/layout/hProcess4"/>
    <dgm:cxn modelId="{9B704E2E-C48B-4A26-ACCE-561B41881487}" type="presOf" srcId="{C25565CD-6657-4F0B-ACEF-CF6CAABB36B3}" destId="{A6D607A9-6787-45A6-A8EB-EB17109F04C3}" srcOrd="1" destOrd="1" presId="urn:microsoft.com/office/officeart/2005/8/layout/hProcess4"/>
    <dgm:cxn modelId="{168E463C-095A-44A7-B0D0-34E655C0535A}" type="presOf" srcId="{4B3FC77F-8A2D-47F9-AB1B-2D4833DF32E8}" destId="{12F9E628-4493-4EFF-AAEB-1AFFD6B4F9E1}" srcOrd="1" destOrd="2" presId="urn:microsoft.com/office/officeart/2005/8/layout/hProcess4"/>
    <dgm:cxn modelId="{26D1C03D-D6A1-46DF-ACCB-05BE52B81A32}" type="presOf" srcId="{D73FA2B4-F68C-4D9E-A367-CFC6ABCDDA8D}" destId="{ECF77A2B-01BF-4C12-9E5A-90ED33E5ACEC}" srcOrd="0" destOrd="0" presId="urn:microsoft.com/office/officeart/2005/8/layout/hProcess4"/>
    <dgm:cxn modelId="{11133565-44A8-4C38-AB83-C0BA7A01A86A}" type="presOf" srcId="{824B3A45-00B1-44E7-BA9F-815C014C5E9C}" destId="{B6C180B0-16BF-4DAD-A73B-08C072693E05}" srcOrd="0" destOrd="0" presId="urn:microsoft.com/office/officeart/2005/8/layout/hProcess4"/>
    <dgm:cxn modelId="{35A88C66-A3E6-4C58-8B73-9B05D43F7F98}" srcId="{367BCB0E-314C-44E1-959F-DF0AF6DC771A}" destId="{02A01CDE-DF14-438D-9B7A-D9B9AD7D5BF7}" srcOrd="0" destOrd="0" parTransId="{71D64E1A-979D-4E79-BF78-3DF1565F52AB}" sibTransId="{64075248-05E0-4B84-844C-EC44F6C6AA34}"/>
    <dgm:cxn modelId="{A9FF0047-BC69-4401-92C1-1D63502BE3C4}" type="presOf" srcId="{02A01CDE-DF14-438D-9B7A-D9B9AD7D5BF7}" destId="{A6D607A9-6787-45A6-A8EB-EB17109F04C3}" srcOrd="1" destOrd="0" presId="urn:microsoft.com/office/officeart/2005/8/layout/hProcess4"/>
    <dgm:cxn modelId="{6312A46B-38E1-4391-AC7A-43651CA0F48B}" type="presOf" srcId="{46C35581-4D21-4B7A-8C85-913A3D96DA35}" destId="{25AFA907-ADB1-4E8B-9BEF-EA5E2643772C}" srcOrd="0" destOrd="1" presId="urn:microsoft.com/office/officeart/2005/8/layout/hProcess4"/>
    <dgm:cxn modelId="{1C5A2050-D7DF-43F1-8103-B993ACC66F7A}" type="presOf" srcId="{0C05CB17-8C6C-4006-9419-9823472FEAF5}" destId="{BC070E18-F270-48CA-84CA-8A2A05BB5A60}" srcOrd="0" destOrd="0" presId="urn:microsoft.com/office/officeart/2005/8/layout/hProcess4"/>
    <dgm:cxn modelId="{66495C75-BE1B-4519-9E62-7F2A063C8703}" type="presOf" srcId="{85535495-9EF0-4A44-96C9-4DBA9C885D68}" destId="{80F50323-8112-4EFF-B822-38120AA11013}" srcOrd="1" destOrd="0" presId="urn:microsoft.com/office/officeart/2005/8/layout/hProcess4"/>
    <dgm:cxn modelId="{84D58C56-2B06-47AD-91BB-82A21F9FC1A1}" srcId="{0C05CB17-8C6C-4006-9419-9823472FEAF5}" destId="{367BCB0E-314C-44E1-959F-DF0AF6DC771A}" srcOrd="3" destOrd="0" parTransId="{424FD185-4F1A-4890-BA57-C5856052AFD2}" sibTransId="{F8FE50BB-69DB-453C-81B8-816DE1C890E5}"/>
    <dgm:cxn modelId="{B0B5307A-F30A-4D05-AB6A-E8795262ED4C}" srcId="{51CE83A9-A928-4CB7-8E8F-45041C92C216}" destId="{4B3FC77F-8A2D-47F9-AB1B-2D4833DF32E8}" srcOrd="2" destOrd="0" parTransId="{C6585452-3320-4CB7-B7E1-0AB962A63816}" sibTransId="{B9079D76-6CCD-4144-A62B-F4B147DBAD9A}"/>
    <dgm:cxn modelId="{243EAE5A-0753-4700-ADA3-B977C6A8B556}" type="presOf" srcId="{496E3FFB-BAFA-4394-88C6-45A2895AAEC3}" destId="{11943D0C-CE03-4A90-A2B9-CF5574CCB4C7}" srcOrd="0" destOrd="2" presId="urn:microsoft.com/office/officeart/2005/8/layout/hProcess4"/>
    <dgm:cxn modelId="{3C90B97A-FEDB-4D0B-85D2-34FFF7C0C21A}" srcId="{ACE50812-E093-4709-A1DD-2A4294EE1D62}" destId="{46C35581-4D21-4B7A-8C85-913A3D96DA35}" srcOrd="1" destOrd="0" parTransId="{31E2B15E-E0A7-4460-9FB4-6915D26FDCEF}" sibTransId="{C705BAA0-E4F2-44E2-931A-16AFCEC14491}"/>
    <dgm:cxn modelId="{D38B0C83-0F7F-4DBE-B50F-BFD8DEA0A44D}" type="presOf" srcId="{46C35581-4D21-4B7A-8C85-913A3D96DA35}" destId="{5030E2C5-2DE4-4A64-9D97-F802586CFD63}" srcOrd="1" destOrd="1" presId="urn:microsoft.com/office/officeart/2005/8/layout/hProcess4"/>
    <dgm:cxn modelId="{BB8F4986-8999-40C0-AAB7-66171C5609CC}" type="presOf" srcId="{ACE50812-E093-4709-A1DD-2A4294EE1D62}" destId="{29CCAEAA-1500-4C31-8F2C-57A2788BDFA5}" srcOrd="0" destOrd="0" presId="urn:microsoft.com/office/officeart/2005/8/layout/hProcess4"/>
    <dgm:cxn modelId="{68FFFF97-B887-4916-A238-8050C8D599BE}" type="presOf" srcId="{BD85C27D-DE7B-4DF2-BBEC-3474E5E9A1A8}" destId="{12F9E628-4493-4EFF-AAEB-1AFFD6B4F9E1}" srcOrd="1" destOrd="1" presId="urn:microsoft.com/office/officeart/2005/8/layout/hProcess4"/>
    <dgm:cxn modelId="{B0A1A69B-2859-4750-9371-2A80B3573387}" type="presOf" srcId="{496E3FFB-BAFA-4394-88C6-45A2895AAEC3}" destId="{A6D607A9-6787-45A6-A8EB-EB17109F04C3}" srcOrd="1" destOrd="2" presId="urn:microsoft.com/office/officeart/2005/8/layout/hProcess4"/>
    <dgm:cxn modelId="{BB8D3AA5-7C88-4F81-B955-A2BE059453DC}" type="presOf" srcId="{C25565CD-6657-4F0B-ACEF-CF6CAABB36B3}" destId="{11943D0C-CE03-4A90-A2B9-CF5574CCB4C7}" srcOrd="0" destOrd="1" presId="urn:microsoft.com/office/officeart/2005/8/layout/hProcess4"/>
    <dgm:cxn modelId="{CD0119A8-73A2-49F2-BCB0-06DBD7D64B1C}" srcId="{51CE83A9-A928-4CB7-8E8F-45041C92C216}" destId="{BD85C27D-DE7B-4DF2-BBEC-3474E5E9A1A8}" srcOrd="1" destOrd="0" parTransId="{976C2213-091F-4C33-89FE-9B4B3EADA6D6}" sibTransId="{B3C794D9-F1C4-43DD-9181-92C2B0B6C32B}"/>
    <dgm:cxn modelId="{CC450DAD-A3F3-4D2F-81D8-EB3C17009B1D}" type="presOf" srcId="{AFEF9870-3092-4208-A25F-DC36BC902BF4}" destId="{D84209E0-E635-43BA-93A0-625922E68D22}" srcOrd="0" destOrd="0" presId="urn:microsoft.com/office/officeart/2005/8/layout/hProcess4"/>
    <dgm:cxn modelId="{85AD82AE-47EC-438F-A0E3-15E07E64385B}" srcId="{367BCB0E-314C-44E1-959F-DF0AF6DC771A}" destId="{1F25FA98-9A77-4295-BD6C-875F7E545486}" srcOrd="3" destOrd="0" parTransId="{4E5DC68E-A7E4-4400-810A-BD6F895E4198}" sibTransId="{2A4490D9-DF6E-4857-BE63-D062342EC41B}"/>
    <dgm:cxn modelId="{DF4990B5-1C64-4699-B74C-8BAA5088D3B9}" type="presOf" srcId="{4B3FC77F-8A2D-47F9-AB1B-2D4833DF32E8}" destId="{D5A0756C-07FA-4E74-95D2-1202C6DBB617}" srcOrd="0" destOrd="2" presId="urn:microsoft.com/office/officeart/2005/8/layout/hProcess4"/>
    <dgm:cxn modelId="{D501DBB5-F6F0-469D-8482-AD3FFCB91FFB}" type="presOf" srcId="{1F25FA98-9A77-4295-BD6C-875F7E545486}" destId="{A6D607A9-6787-45A6-A8EB-EB17109F04C3}" srcOrd="1" destOrd="3" presId="urn:microsoft.com/office/officeart/2005/8/layout/hProcess4"/>
    <dgm:cxn modelId="{0303E0B6-748A-4DC9-9F9B-2E727DF4B942}" srcId="{ACE50812-E093-4709-A1DD-2A4294EE1D62}" destId="{8709DBBC-E002-4306-BD28-4E2D7D7397E5}" srcOrd="0" destOrd="0" parTransId="{BFB65CBD-7156-4FC4-8D8D-DCDD5EAA2DEB}" sibTransId="{11C8ED37-F6FB-4E24-B36C-55A9033695C4}"/>
    <dgm:cxn modelId="{E0E675B9-3085-4C02-B83D-F7C45F9D6A86}" type="presOf" srcId="{1F25FA98-9A77-4295-BD6C-875F7E545486}" destId="{11943D0C-CE03-4A90-A2B9-CF5574CCB4C7}" srcOrd="0" destOrd="3" presId="urn:microsoft.com/office/officeart/2005/8/layout/hProcess4"/>
    <dgm:cxn modelId="{4DD8B6BB-174D-4F6A-BEBF-A76BDDABF45D}" srcId="{367BCB0E-314C-44E1-959F-DF0AF6DC771A}" destId="{496E3FFB-BAFA-4394-88C6-45A2895AAEC3}" srcOrd="2" destOrd="0" parTransId="{A5537E42-399A-4BB1-AA1B-D036E4691C68}" sibTransId="{3945EF11-F15A-4D6B-9DE0-F178F3532B1A}"/>
    <dgm:cxn modelId="{70E829C2-68F9-4328-BFBA-F06666BEBF88}" type="presOf" srcId="{85535495-9EF0-4A44-96C9-4DBA9C885D68}" destId="{1B609AAA-20CA-4E2F-B11F-FA441D072FEF}" srcOrd="0" destOrd="0" presId="urn:microsoft.com/office/officeart/2005/8/layout/hProcess4"/>
    <dgm:cxn modelId="{C79684C8-DD4E-4C71-BA28-B1909CE6D080}" srcId="{51CE83A9-A928-4CB7-8E8F-45041C92C216}" destId="{2EE95A0F-851F-4632-B592-591078320459}" srcOrd="0" destOrd="0" parTransId="{2AFA37DE-0BAC-4116-8A7E-E2BB61D70732}" sibTransId="{A2CE773B-AD1A-4A8A-9BA8-4DD279147AEF}"/>
    <dgm:cxn modelId="{AB7D69D0-88E0-426A-81B2-37B6EC87DDAA}" srcId="{0C05CB17-8C6C-4006-9419-9823472FEAF5}" destId="{0E57270A-D29B-4526-89A9-64636AC4B1BE}" srcOrd="2" destOrd="0" parTransId="{788B0FE5-4C70-4884-9435-ECE06B84741F}" sibTransId="{D73FA2B4-F68C-4D9E-A367-CFC6ABCDDA8D}"/>
    <dgm:cxn modelId="{27CF52D2-8E0D-4F31-B2D5-31F6B1C7ED1F}" type="presOf" srcId="{8709DBBC-E002-4306-BD28-4E2D7D7397E5}" destId="{5030E2C5-2DE4-4A64-9D97-F802586CFD63}" srcOrd="1" destOrd="0" presId="urn:microsoft.com/office/officeart/2005/8/layout/hProcess4"/>
    <dgm:cxn modelId="{35C834D5-8DB2-43FE-A95D-662E40EAE9C2}" type="presOf" srcId="{367BCB0E-314C-44E1-959F-DF0AF6DC771A}" destId="{95D83D9C-1E7F-4EC3-AE3D-44FE2A70161C}" srcOrd="0" destOrd="0" presId="urn:microsoft.com/office/officeart/2005/8/layout/hProcess4"/>
    <dgm:cxn modelId="{D6B75EDB-7182-4B86-81DA-710C4AE0E8FA}" type="presOf" srcId="{8709DBBC-E002-4306-BD28-4E2D7D7397E5}" destId="{25AFA907-ADB1-4E8B-9BEF-EA5E2643772C}" srcOrd="0" destOrd="0" presId="urn:microsoft.com/office/officeart/2005/8/layout/hProcess4"/>
    <dgm:cxn modelId="{6DBD20E9-8716-49A0-98DD-976377A71764}" type="presOf" srcId="{BD85C27D-DE7B-4DF2-BBEC-3474E5E9A1A8}" destId="{D5A0756C-07FA-4E74-95D2-1202C6DBB617}" srcOrd="0" destOrd="1" presId="urn:microsoft.com/office/officeart/2005/8/layout/hProcess4"/>
    <dgm:cxn modelId="{9F7C09F1-B0F6-4576-8BC6-E4C0E85631D9}" type="presOf" srcId="{2EE95A0F-851F-4632-B592-591078320459}" destId="{12F9E628-4493-4EFF-AAEB-1AFFD6B4F9E1}" srcOrd="1" destOrd="0" presId="urn:microsoft.com/office/officeart/2005/8/layout/hProcess4"/>
    <dgm:cxn modelId="{9F3759F6-F94A-41CE-9181-91CBA3E14C6A}" srcId="{0C05CB17-8C6C-4006-9419-9823472FEAF5}" destId="{51CE83A9-A928-4CB7-8E8F-45041C92C216}" srcOrd="0" destOrd="0" parTransId="{48D6E5D5-2A45-4D30-94C0-61479A5543B8}" sibTransId="{AFEF9870-3092-4208-A25F-DC36BC902BF4}"/>
    <dgm:cxn modelId="{B61BD1F6-0FB6-48B7-B30E-8A0852E5201B}" srcId="{367BCB0E-314C-44E1-959F-DF0AF6DC771A}" destId="{C25565CD-6657-4F0B-ACEF-CF6CAABB36B3}" srcOrd="1" destOrd="0" parTransId="{5CFBE02D-3453-489D-9F6E-D737AE9A3979}" sibTransId="{2E2318CA-3BBE-4FC2-A17A-290A59608360}"/>
    <dgm:cxn modelId="{68B6B102-07AC-4C9A-954A-5CC6E8CFD5CE}" type="presParOf" srcId="{BC070E18-F270-48CA-84CA-8A2A05BB5A60}" destId="{0214D7A3-5979-4853-B395-1368C7429E60}" srcOrd="0" destOrd="0" presId="urn:microsoft.com/office/officeart/2005/8/layout/hProcess4"/>
    <dgm:cxn modelId="{FF46B3F6-3F03-4065-9D56-10814B7B8C34}" type="presParOf" srcId="{BC070E18-F270-48CA-84CA-8A2A05BB5A60}" destId="{2B689BAD-E6AD-48F6-AB02-65B66F444F14}" srcOrd="1" destOrd="0" presId="urn:microsoft.com/office/officeart/2005/8/layout/hProcess4"/>
    <dgm:cxn modelId="{D73415F0-3C87-4415-93AF-C249B27EE993}" type="presParOf" srcId="{BC070E18-F270-48CA-84CA-8A2A05BB5A60}" destId="{CDF1A938-DC8A-45EF-8300-DB7AEC4B7621}" srcOrd="2" destOrd="0" presId="urn:microsoft.com/office/officeart/2005/8/layout/hProcess4"/>
    <dgm:cxn modelId="{93BCF9F6-2BE4-4D4D-96FC-81F5AFD532BE}" type="presParOf" srcId="{CDF1A938-DC8A-45EF-8300-DB7AEC4B7621}" destId="{49382E96-5E08-4F16-A218-58919375CD68}" srcOrd="0" destOrd="0" presId="urn:microsoft.com/office/officeart/2005/8/layout/hProcess4"/>
    <dgm:cxn modelId="{23820021-B464-4DE5-8F56-950BA6023B07}" type="presParOf" srcId="{49382E96-5E08-4F16-A218-58919375CD68}" destId="{0F490AD0-6C40-4D36-8EA1-E5B3D636E2E7}" srcOrd="0" destOrd="0" presId="urn:microsoft.com/office/officeart/2005/8/layout/hProcess4"/>
    <dgm:cxn modelId="{D1A2DFFD-FA50-4520-B9A9-541577616588}" type="presParOf" srcId="{49382E96-5E08-4F16-A218-58919375CD68}" destId="{D5A0756C-07FA-4E74-95D2-1202C6DBB617}" srcOrd="1" destOrd="0" presId="urn:microsoft.com/office/officeart/2005/8/layout/hProcess4"/>
    <dgm:cxn modelId="{425D88C3-3597-43AC-AE26-C5546EFDF5A7}" type="presParOf" srcId="{49382E96-5E08-4F16-A218-58919375CD68}" destId="{12F9E628-4493-4EFF-AAEB-1AFFD6B4F9E1}" srcOrd="2" destOrd="0" presId="urn:microsoft.com/office/officeart/2005/8/layout/hProcess4"/>
    <dgm:cxn modelId="{CFADF1BE-6773-4A1C-9113-CFECB78C1006}" type="presParOf" srcId="{49382E96-5E08-4F16-A218-58919375CD68}" destId="{A6922D69-417C-4536-B644-8CDAF7FC8792}" srcOrd="3" destOrd="0" presId="urn:microsoft.com/office/officeart/2005/8/layout/hProcess4"/>
    <dgm:cxn modelId="{19A819C1-CB8D-48DE-8B5C-860C60780F8E}" type="presParOf" srcId="{49382E96-5E08-4F16-A218-58919375CD68}" destId="{4126DDE3-A608-4FD3-8057-2748AD81F6F8}" srcOrd="4" destOrd="0" presId="urn:microsoft.com/office/officeart/2005/8/layout/hProcess4"/>
    <dgm:cxn modelId="{25DA5F94-8225-4F67-954D-178B34CD45CB}" type="presParOf" srcId="{CDF1A938-DC8A-45EF-8300-DB7AEC4B7621}" destId="{D84209E0-E635-43BA-93A0-625922E68D22}" srcOrd="1" destOrd="0" presId="urn:microsoft.com/office/officeart/2005/8/layout/hProcess4"/>
    <dgm:cxn modelId="{4BB71DE7-B500-4226-A528-C3877CB043C3}" type="presParOf" srcId="{CDF1A938-DC8A-45EF-8300-DB7AEC4B7621}" destId="{227A62D0-6EC5-4344-AEB0-B13E7D14604C}" srcOrd="2" destOrd="0" presId="urn:microsoft.com/office/officeart/2005/8/layout/hProcess4"/>
    <dgm:cxn modelId="{6609E0EE-E20D-41C6-BE79-1E1B7AC6C9A7}" type="presParOf" srcId="{227A62D0-6EC5-4344-AEB0-B13E7D14604C}" destId="{8CB4E73A-2ACC-4E22-B711-E78E4BA148D8}" srcOrd="0" destOrd="0" presId="urn:microsoft.com/office/officeart/2005/8/layout/hProcess4"/>
    <dgm:cxn modelId="{D685260B-3208-49C5-AD1B-6DA1CA4344D3}" type="presParOf" srcId="{227A62D0-6EC5-4344-AEB0-B13E7D14604C}" destId="{25AFA907-ADB1-4E8B-9BEF-EA5E2643772C}" srcOrd="1" destOrd="0" presId="urn:microsoft.com/office/officeart/2005/8/layout/hProcess4"/>
    <dgm:cxn modelId="{D59D3B0C-8589-4336-BE00-1E785728B1A1}" type="presParOf" srcId="{227A62D0-6EC5-4344-AEB0-B13E7D14604C}" destId="{5030E2C5-2DE4-4A64-9D97-F802586CFD63}" srcOrd="2" destOrd="0" presId="urn:microsoft.com/office/officeart/2005/8/layout/hProcess4"/>
    <dgm:cxn modelId="{76CCDEEC-53A4-435D-9DA5-3AD54278927A}" type="presParOf" srcId="{227A62D0-6EC5-4344-AEB0-B13E7D14604C}" destId="{29CCAEAA-1500-4C31-8F2C-57A2788BDFA5}" srcOrd="3" destOrd="0" presId="urn:microsoft.com/office/officeart/2005/8/layout/hProcess4"/>
    <dgm:cxn modelId="{0A234725-E33F-45F9-9C46-16E9D09CFFE7}" type="presParOf" srcId="{227A62D0-6EC5-4344-AEB0-B13E7D14604C}" destId="{6F8BF2AE-58F3-45EB-9C09-2A07E2E853C5}" srcOrd="4" destOrd="0" presId="urn:microsoft.com/office/officeart/2005/8/layout/hProcess4"/>
    <dgm:cxn modelId="{24171DB2-8837-486F-AF28-A6C8AC9E42B7}" type="presParOf" srcId="{CDF1A938-DC8A-45EF-8300-DB7AEC4B7621}" destId="{B6C180B0-16BF-4DAD-A73B-08C072693E05}" srcOrd="3" destOrd="0" presId="urn:microsoft.com/office/officeart/2005/8/layout/hProcess4"/>
    <dgm:cxn modelId="{0100E38D-54F3-451A-9035-9BC05ADCA7DB}" type="presParOf" srcId="{CDF1A938-DC8A-45EF-8300-DB7AEC4B7621}" destId="{D16B0C30-D88A-4761-9404-03CE6BE84D34}" srcOrd="4" destOrd="0" presId="urn:microsoft.com/office/officeart/2005/8/layout/hProcess4"/>
    <dgm:cxn modelId="{EDB023F3-3B49-43EE-844E-5A946784C2F4}" type="presParOf" srcId="{D16B0C30-D88A-4761-9404-03CE6BE84D34}" destId="{0D489AAF-BFDB-44A3-B04A-28023BE11D76}" srcOrd="0" destOrd="0" presId="urn:microsoft.com/office/officeart/2005/8/layout/hProcess4"/>
    <dgm:cxn modelId="{28665EFC-32D6-4FC3-B839-A7C34D19C725}" type="presParOf" srcId="{D16B0C30-D88A-4761-9404-03CE6BE84D34}" destId="{1B609AAA-20CA-4E2F-B11F-FA441D072FEF}" srcOrd="1" destOrd="0" presId="urn:microsoft.com/office/officeart/2005/8/layout/hProcess4"/>
    <dgm:cxn modelId="{2E3111E4-0BE9-43E7-8E54-850FEC27AD65}" type="presParOf" srcId="{D16B0C30-D88A-4761-9404-03CE6BE84D34}" destId="{80F50323-8112-4EFF-B822-38120AA11013}" srcOrd="2" destOrd="0" presId="urn:microsoft.com/office/officeart/2005/8/layout/hProcess4"/>
    <dgm:cxn modelId="{7D710B17-A40C-4519-8D69-48ACDB2C0532}" type="presParOf" srcId="{D16B0C30-D88A-4761-9404-03CE6BE84D34}" destId="{5553C539-3769-4EAA-B1BC-B30B94192AC7}" srcOrd="3" destOrd="0" presId="urn:microsoft.com/office/officeart/2005/8/layout/hProcess4"/>
    <dgm:cxn modelId="{B40E7830-7633-43B3-96CC-D070F8276B3D}" type="presParOf" srcId="{D16B0C30-D88A-4761-9404-03CE6BE84D34}" destId="{FC554BDC-6051-4B5C-BBB4-41CE84E4FDC3}" srcOrd="4" destOrd="0" presId="urn:microsoft.com/office/officeart/2005/8/layout/hProcess4"/>
    <dgm:cxn modelId="{B39EF3E9-BCB9-4A06-AACC-BD3384BFEA15}" type="presParOf" srcId="{CDF1A938-DC8A-45EF-8300-DB7AEC4B7621}" destId="{ECF77A2B-01BF-4C12-9E5A-90ED33E5ACEC}" srcOrd="5" destOrd="0" presId="urn:microsoft.com/office/officeart/2005/8/layout/hProcess4"/>
    <dgm:cxn modelId="{F5BA02D2-0346-42B6-BEA6-48A217A37917}" type="presParOf" srcId="{CDF1A938-DC8A-45EF-8300-DB7AEC4B7621}" destId="{D9113925-A282-4562-B792-D1F9DBEADC41}" srcOrd="6" destOrd="0" presId="urn:microsoft.com/office/officeart/2005/8/layout/hProcess4"/>
    <dgm:cxn modelId="{6B18B0BD-D4AA-4379-B2CC-E3B645F4A245}" type="presParOf" srcId="{D9113925-A282-4562-B792-D1F9DBEADC41}" destId="{813C1403-ACA7-4CA6-97AB-448CDA868AA5}" srcOrd="0" destOrd="0" presId="urn:microsoft.com/office/officeart/2005/8/layout/hProcess4"/>
    <dgm:cxn modelId="{063559AA-9507-4686-85EE-01EACF1ED9CF}" type="presParOf" srcId="{D9113925-A282-4562-B792-D1F9DBEADC41}" destId="{11943D0C-CE03-4A90-A2B9-CF5574CCB4C7}" srcOrd="1" destOrd="0" presId="urn:microsoft.com/office/officeart/2005/8/layout/hProcess4"/>
    <dgm:cxn modelId="{6BB64433-46DD-4E74-8D5E-568FFD026E5C}" type="presParOf" srcId="{D9113925-A282-4562-B792-D1F9DBEADC41}" destId="{A6D607A9-6787-45A6-A8EB-EB17109F04C3}" srcOrd="2" destOrd="0" presId="urn:microsoft.com/office/officeart/2005/8/layout/hProcess4"/>
    <dgm:cxn modelId="{16F23CD6-74B2-40BD-B518-9E78F0393AE7}" type="presParOf" srcId="{D9113925-A282-4562-B792-D1F9DBEADC41}" destId="{95D83D9C-1E7F-4EC3-AE3D-44FE2A70161C}" srcOrd="3" destOrd="0" presId="urn:microsoft.com/office/officeart/2005/8/layout/hProcess4"/>
    <dgm:cxn modelId="{7C754882-2A0A-4A31-B63D-FAE81D7A1104}" type="presParOf" srcId="{D9113925-A282-4562-B792-D1F9DBEADC41}" destId="{B0E6A8EA-4C97-4B0A-96AC-5B089F49D39A}"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892EE21-7CD6-4E8B-B91B-20A26AC9FF1D}" type="doc">
      <dgm:prSet loTypeId="urn:microsoft.com/office/officeart/2005/8/layout/hierarchy2" loCatId="hierarchy" qsTypeId="urn:microsoft.com/office/officeart/2005/8/quickstyle/simple1" qsCatId="simple" csTypeId="urn:microsoft.com/office/officeart/2005/8/colors/colorful3" csCatId="colorful" phldr="1"/>
      <dgm:spPr/>
      <dgm:t>
        <a:bodyPr/>
        <a:lstStyle/>
        <a:p>
          <a:endParaRPr lang="en-US"/>
        </a:p>
      </dgm:t>
    </dgm:pt>
    <dgm:pt modelId="{FDF53BD6-8BD2-4E39-8ED3-63A535A9597F}">
      <dgm:prSet phldrT="[Text]" phldr="0"/>
      <dgm:spPr/>
      <dgm:t>
        <a:bodyPr/>
        <a:lstStyle/>
        <a:p>
          <a:pPr rtl="0"/>
          <a:r>
            <a:rPr lang="en-US">
              <a:latin typeface="Gill Sans MT" panose="020B0502020104020203"/>
            </a:rPr>
            <a:t>Best Models</a:t>
          </a:r>
          <a:endParaRPr lang="en-US"/>
        </a:p>
      </dgm:t>
    </dgm:pt>
    <dgm:pt modelId="{9383BA64-8B03-45D5-985E-F247B6926B50}" type="parTrans" cxnId="{41BCD1A6-8E2C-4C1A-9C0B-C69AFD3ADD7F}">
      <dgm:prSet/>
      <dgm:spPr/>
      <dgm:t>
        <a:bodyPr/>
        <a:lstStyle/>
        <a:p>
          <a:endParaRPr lang="en-US"/>
        </a:p>
      </dgm:t>
    </dgm:pt>
    <dgm:pt modelId="{3A982173-9EB8-48C1-AA2C-8A459A136394}" type="sibTrans" cxnId="{41BCD1A6-8E2C-4C1A-9C0B-C69AFD3ADD7F}">
      <dgm:prSet/>
      <dgm:spPr/>
      <dgm:t>
        <a:bodyPr/>
        <a:lstStyle/>
        <a:p>
          <a:endParaRPr lang="en-US"/>
        </a:p>
      </dgm:t>
    </dgm:pt>
    <dgm:pt modelId="{7245136E-4510-43A3-AC8D-D955539FD030}">
      <dgm:prSet phldrT="[Text]" phldr="0"/>
      <dgm:spPr/>
      <dgm:t>
        <a:bodyPr/>
        <a:lstStyle/>
        <a:p>
          <a:pPr algn="l">
            <a:lnSpc>
              <a:spcPct val="120000"/>
            </a:lnSpc>
          </a:pPr>
          <a:r>
            <a:rPr lang="en-US"/>
            <a:t>Random Forest</a:t>
          </a:r>
        </a:p>
      </dgm:t>
    </dgm:pt>
    <dgm:pt modelId="{B5BB8BE7-3EDA-46D7-886F-57DF00CAAD3E}" type="parTrans" cxnId="{507C427A-6413-421A-85D2-A0B9F307C2A1}">
      <dgm:prSet/>
      <dgm:spPr/>
      <dgm:t>
        <a:bodyPr/>
        <a:lstStyle/>
        <a:p>
          <a:endParaRPr lang="en-US"/>
        </a:p>
      </dgm:t>
    </dgm:pt>
    <dgm:pt modelId="{196603E3-5250-4CEB-94A8-F1FDC9D47D39}" type="sibTrans" cxnId="{507C427A-6413-421A-85D2-A0B9F307C2A1}">
      <dgm:prSet/>
      <dgm:spPr/>
      <dgm:t>
        <a:bodyPr/>
        <a:lstStyle/>
        <a:p>
          <a:endParaRPr lang="en-US"/>
        </a:p>
      </dgm:t>
    </dgm:pt>
    <dgm:pt modelId="{44F2AB28-C491-442B-9BD2-2815B640FFC1}">
      <dgm:prSet phldr="0"/>
      <dgm:spPr/>
      <dgm:t>
        <a:bodyPr/>
        <a:lstStyle/>
        <a:p>
          <a:pPr algn="l" rtl="0">
            <a:lnSpc>
              <a:spcPct val="120000"/>
            </a:lnSpc>
          </a:pPr>
          <a:r>
            <a:rPr lang="en-US"/>
            <a:t>Raw Data</a:t>
          </a:r>
        </a:p>
      </dgm:t>
    </dgm:pt>
    <dgm:pt modelId="{7302C960-685E-4AA3-9B28-AB406AFF84DF}" type="parTrans" cxnId="{0012EB23-A861-4AD8-8855-D72DA4891B61}">
      <dgm:prSet/>
      <dgm:spPr/>
      <dgm:t>
        <a:bodyPr/>
        <a:lstStyle/>
        <a:p>
          <a:endParaRPr lang="en-US"/>
        </a:p>
      </dgm:t>
    </dgm:pt>
    <dgm:pt modelId="{48C067A6-E202-40E1-A26C-029079CF43D5}" type="sibTrans" cxnId="{0012EB23-A861-4AD8-8855-D72DA4891B61}">
      <dgm:prSet/>
      <dgm:spPr/>
      <dgm:t>
        <a:bodyPr/>
        <a:lstStyle/>
        <a:p>
          <a:endParaRPr lang="en-US"/>
        </a:p>
      </dgm:t>
    </dgm:pt>
    <dgm:pt modelId="{18A5FE87-CDCD-47A2-9180-D7993F104F8B}">
      <dgm:prSet phldr="0"/>
      <dgm:spPr/>
      <dgm:t>
        <a:bodyPr/>
        <a:lstStyle/>
        <a:p>
          <a:pPr algn="l">
            <a:lnSpc>
              <a:spcPct val="120000"/>
            </a:lnSpc>
          </a:pPr>
          <a:r>
            <a:rPr lang="en-US"/>
            <a:t>SVM</a:t>
          </a:r>
        </a:p>
      </dgm:t>
    </dgm:pt>
    <dgm:pt modelId="{A36DCE12-A27D-4797-AFB1-D9EB3CF54DF1}" type="parTrans" cxnId="{3B345C83-0AA9-4388-94D9-6F094A9FCBEF}">
      <dgm:prSet/>
      <dgm:spPr/>
      <dgm:t>
        <a:bodyPr/>
        <a:lstStyle/>
        <a:p>
          <a:endParaRPr lang="en-US"/>
        </a:p>
      </dgm:t>
    </dgm:pt>
    <dgm:pt modelId="{BDBD6E07-F2C3-4909-B043-8E1151A330B9}" type="sibTrans" cxnId="{3B345C83-0AA9-4388-94D9-6F094A9FCBEF}">
      <dgm:prSet/>
      <dgm:spPr/>
      <dgm:t>
        <a:bodyPr/>
        <a:lstStyle/>
        <a:p>
          <a:endParaRPr lang="en-US"/>
        </a:p>
      </dgm:t>
    </dgm:pt>
    <dgm:pt modelId="{1786BE3E-BD2B-4126-9F63-DAC10877E779}">
      <dgm:prSet phldr="0"/>
      <dgm:spPr/>
      <dgm:t>
        <a:bodyPr/>
        <a:lstStyle/>
        <a:p>
          <a:pPr algn="l">
            <a:lnSpc>
              <a:spcPct val="120000"/>
            </a:lnSpc>
          </a:pPr>
          <a:r>
            <a:rPr lang="en-US"/>
            <a:t>Percent Data</a:t>
          </a:r>
        </a:p>
      </dgm:t>
    </dgm:pt>
    <dgm:pt modelId="{F79E0253-9DBF-493C-AB3C-7A0CA2873FDD}" type="parTrans" cxnId="{65A019DB-0A8D-452D-B74E-5C473D70B15C}">
      <dgm:prSet/>
      <dgm:spPr/>
      <dgm:t>
        <a:bodyPr/>
        <a:lstStyle/>
        <a:p>
          <a:endParaRPr lang="en-US"/>
        </a:p>
      </dgm:t>
    </dgm:pt>
    <dgm:pt modelId="{A51CFBB3-EDD7-41A3-8AAC-E47F31C6FAB8}" type="sibTrans" cxnId="{65A019DB-0A8D-452D-B74E-5C473D70B15C}">
      <dgm:prSet/>
      <dgm:spPr/>
      <dgm:t>
        <a:bodyPr/>
        <a:lstStyle/>
        <a:p>
          <a:endParaRPr lang="en-US"/>
        </a:p>
      </dgm:t>
    </dgm:pt>
    <dgm:pt modelId="{984DBF21-BCE5-4E64-AA88-2254EFE64EAC}">
      <dgm:prSet phldr="0"/>
      <dgm:spPr/>
      <dgm:t>
        <a:bodyPr/>
        <a:lstStyle/>
        <a:p>
          <a:pPr algn="l">
            <a:lnSpc>
              <a:spcPct val="120000"/>
            </a:lnSpc>
          </a:pPr>
          <a:r>
            <a:rPr lang="en-US"/>
            <a:t>Random Forest</a:t>
          </a:r>
        </a:p>
      </dgm:t>
    </dgm:pt>
    <dgm:pt modelId="{4FCC3107-7AED-4DBC-8604-E3E3D373AB4A}" type="parTrans" cxnId="{B464D256-2912-4970-B855-C8B1C661E374}">
      <dgm:prSet/>
      <dgm:spPr/>
      <dgm:t>
        <a:bodyPr/>
        <a:lstStyle/>
        <a:p>
          <a:endParaRPr lang="en-US"/>
        </a:p>
      </dgm:t>
    </dgm:pt>
    <dgm:pt modelId="{85871722-D075-453D-8DDF-8E4147E88621}" type="sibTrans" cxnId="{B464D256-2912-4970-B855-C8B1C661E374}">
      <dgm:prSet/>
      <dgm:spPr/>
      <dgm:t>
        <a:bodyPr/>
        <a:lstStyle/>
        <a:p>
          <a:endParaRPr lang="en-US"/>
        </a:p>
      </dgm:t>
    </dgm:pt>
    <dgm:pt modelId="{3CA5E6CC-355B-48C0-8930-DFD260D8C20F}">
      <dgm:prSet phldr="0"/>
      <dgm:spPr/>
      <dgm:t>
        <a:bodyPr/>
        <a:lstStyle/>
        <a:p>
          <a:pPr algn="l" rtl="0">
            <a:lnSpc>
              <a:spcPct val="120000"/>
            </a:lnSpc>
          </a:pPr>
          <a:r>
            <a:rPr lang="en-US">
              <a:latin typeface="Gill Sans MT" panose="020B0502020104020203"/>
            </a:rPr>
            <a:t>Microeconomic</a:t>
          </a:r>
          <a:endParaRPr lang="en-US"/>
        </a:p>
      </dgm:t>
    </dgm:pt>
    <dgm:pt modelId="{5BD165AB-A2F9-41C7-A2CB-B525DF535468}" type="parTrans" cxnId="{5768D5E9-DA7E-4F0E-97C9-A8C0373C5FDE}">
      <dgm:prSet/>
      <dgm:spPr/>
      <dgm:t>
        <a:bodyPr/>
        <a:lstStyle/>
        <a:p>
          <a:endParaRPr lang="en-US"/>
        </a:p>
      </dgm:t>
    </dgm:pt>
    <dgm:pt modelId="{3C298E51-5EAB-4C16-9B23-58AFA1FF55F5}" type="sibTrans" cxnId="{5768D5E9-DA7E-4F0E-97C9-A8C0373C5FDE}">
      <dgm:prSet/>
      <dgm:spPr/>
      <dgm:t>
        <a:bodyPr/>
        <a:lstStyle/>
        <a:p>
          <a:endParaRPr lang="en-US"/>
        </a:p>
      </dgm:t>
    </dgm:pt>
    <dgm:pt modelId="{98AA5827-1FE2-4673-A257-F06CDC648C1A}">
      <dgm:prSet phldr="0"/>
      <dgm:spPr/>
      <dgm:t>
        <a:bodyPr/>
        <a:lstStyle/>
        <a:p>
          <a:pPr algn="l">
            <a:lnSpc>
              <a:spcPct val="120000"/>
            </a:lnSpc>
          </a:pPr>
          <a:r>
            <a:rPr lang="en-US"/>
            <a:t>SVM</a:t>
          </a:r>
        </a:p>
      </dgm:t>
    </dgm:pt>
    <dgm:pt modelId="{C6CAB50B-6810-4DDE-8FE5-2C5889725F57}" type="parTrans" cxnId="{036AB535-9B66-4061-9724-30077A5515ED}">
      <dgm:prSet/>
      <dgm:spPr/>
      <dgm:t>
        <a:bodyPr/>
        <a:lstStyle/>
        <a:p>
          <a:endParaRPr lang="en-US"/>
        </a:p>
      </dgm:t>
    </dgm:pt>
    <dgm:pt modelId="{74E058E3-4573-4C08-80AF-C9F7E369C53C}" type="sibTrans" cxnId="{036AB535-9B66-4061-9724-30077A5515ED}">
      <dgm:prSet/>
      <dgm:spPr/>
      <dgm:t>
        <a:bodyPr/>
        <a:lstStyle/>
        <a:p>
          <a:endParaRPr lang="en-US"/>
        </a:p>
      </dgm:t>
    </dgm:pt>
    <dgm:pt modelId="{0F8C88DC-AA13-453D-8BF6-09B6760E9FF3}">
      <dgm:prSet phldr="0"/>
      <dgm:spPr/>
      <dgm:t>
        <a:bodyPr/>
        <a:lstStyle/>
        <a:p>
          <a:pPr algn="l">
            <a:lnSpc>
              <a:spcPct val="120000"/>
            </a:lnSpc>
          </a:pPr>
          <a:r>
            <a:rPr lang="en-US">
              <a:latin typeface="Gill Sans MT" panose="020B0502020104020203"/>
            </a:rPr>
            <a:t>Macroeconomic</a:t>
          </a:r>
          <a:endParaRPr lang="en-US"/>
        </a:p>
      </dgm:t>
    </dgm:pt>
    <dgm:pt modelId="{5B788A8D-42A8-44C0-B47F-A8DB8BC7EEC2}" type="parTrans" cxnId="{6DF92FE3-1355-4365-B52B-6946A2AFB59F}">
      <dgm:prSet/>
      <dgm:spPr/>
      <dgm:t>
        <a:bodyPr/>
        <a:lstStyle/>
        <a:p>
          <a:endParaRPr lang="en-US"/>
        </a:p>
      </dgm:t>
    </dgm:pt>
    <dgm:pt modelId="{EE5B590D-281F-41E5-91CB-00843682360E}" type="sibTrans" cxnId="{6DF92FE3-1355-4365-B52B-6946A2AFB59F}">
      <dgm:prSet/>
      <dgm:spPr/>
      <dgm:t>
        <a:bodyPr/>
        <a:lstStyle/>
        <a:p>
          <a:endParaRPr lang="en-US"/>
        </a:p>
      </dgm:t>
    </dgm:pt>
    <dgm:pt modelId="{D49FAC2B-2ACF-4409-93BA-5B6F298DC145}" type="pres">
      <dgm:prSet presAssocID="{8892EE21-7CD6-4E8B-B91B-20A26AC9FF1D}" presName="diagram" presStyleCnt="0">
        <dgm:presLayoutVars>
          <dgm:chPref val="1"/>
          <dgm:dir/>
          <dgm:animOne val="branch"/>
          <dgm:animLvl val="lvl"/>
          <dgm:resizeHandles val="exact"/>
        </dgm:presLayoutVars>
      </dgm:prSet>
      <dgm:spPr/>
    </dgm:pt>
    <dgm:pt modelId="{57C39549-90B8-4B86-8868-12D039A8212B}" type="pres">
      <dgm:prSet presAssocID="{FDF53BD6-8BD2-4E39-8ED3-63A535A9597F}" presName="root1" presStyleCnt="0"/>
      <dgm:spPr/>
    </dgm:pt>
    <dgm:pt modelId="{3939FE4D-BA61-426E-A395-3E6F98501AC2}" type="pres">
      <dgm:prSet presAssocID="{FDF53BD6-8BD2-4E39-8ED3-63A535A9597F}" presName="LevelOneTextNode" presStyleLbl="node0" presStyleIdx="0" presStyleCnt="1">
        <dgm:presLayoutVars>
          <dgm:chPref val="3"/>
        </dgm:presLayoutVars>
      </dgm:prSet>
      <dgm:spPr/>
    </dgm:pt>
    <dgm:pt modelId="{C134A7E3-DD6C-4E8A-A86D-F6BEF699794B}" type="pres">
      <dgm:prSet presAssocID="{FDF53BD6-8BD2-4E39-8ED3-63A535A9597F}" presName="level2hierChild" presStyleCnt="0"/>
      <dgm:spPr/>
    </dgm:pt>
    <dgm:pt modelId="{B0BE5409-0090-48D6-8A05-D4D6C3E2C8FC}" type="pres">
      <dgm:prSet presAssocID="{7302C960-685E-4AA3-9B28-AB406AFF84DF}" presName="conn2-1" presStyleLbl="parChTrans1D2" presStyleIdx="0" presStyleCnt="4"/>
      <dgm:spPr/>
    </dgm:pt>
    <dgm:pt modelId="{925F8965-B6AE-49DD-8448-31EE7766F3A6}" type="pres">
      <dgm:prSet presAssocID="{7302C960-685E-4AA3-9B28-AB406AFF84DF}" presName="connTx" presStyleLbl="parChTrans1D2" presStyleIdx="0" presStyleCnt="4"/>
      <dgm:spPr/>
    </dgm:pt>
    <dgm:pt modelId="{A1B11828-743C-46C9-BC80-CE1C2CFD8705}" type="pres">
      <dgm:prSet presAssocID="{44F2AB28-C491-442B-9BD2-2815B640FFC1}" presName="root2" presStyleCnt="0"/>
      <dgm:spPr/>
    </dgm:pt>
    <dgm:pt modelId="{A7F83154-BD8B-494E-A7D5-1AC2F229BF2F}" type="pres">
      <dgm:prSet presAssocID="{44F2AB28-C491-442B-9BD2-2815B640FFC1}" presName="LevelTwoTextNode" presStyleLbl="node2" presStyleIdx="0" presStyleCnt="4">
        <dgm:presLayoutVars>
          <dgm:chPref val="3"/>
        </dgm:presLayoutVars>
      </dgm:prSet>
      <dgm:spPr/>
    </dgm:pt>
    <dgm:pt modelId="{04569D3A-76E5-4E33-9838-D081B79915F2}" type="pres">
      <dgm:prSet presAssocID="{44F2AB28-C491-442B-9BD2-2815B640FFC1}" presName="level3hierChild" presStyleCnt="0"/>
      <dgm:spPr/>
    </dgm:pt>
    <dgm:pt modelId="{EC781E1B-AC21-492F-A0AA-64E85EEA7DC0}" type="pres">
      <dgm:prSet presAssocID="{A36DCE12-A27D-4797-AFB1-D9EB3CF54DF1}" presName="conn2-1" presStyleLbl="parChTrans1D3" presStyleIdx="0" presStyleCnt="4"/>
      <dgm:spPr/>
    </dgm:pt>
    <dgm:pt modelId="{035589FA-C51A-442F-979F-AC2E90D52701}" type="pres">
      <dgm:prSet presAssocID="{A36DCE12-A27D-4797-AFB1-D9EB3CF54DF1}" presName="connTx" presStyleLbl="parChTrans1D3" presStyleIdx="0" presStyleCnt="4"/>
      <dgm:spPr/>
    </dgm:pt>
    <dgm:pt modelId="{F2E68EAF-5951-4C25-8579-E71C377C18A2}" type="pres">
      <dgm:prSet presAssocID="{18A5FE87-CDCD-47A2-9180-D7993F104F8B}" presName="root2" presStyleCnt="0"/>
      <dgm:spPr/>
    </dgm:pt>
    <dgm:pt modelId="{743A90D1-2DCF-4440-B38F-8E4269D21E95}" type="pres">
      <dgm:prSet presAssocID="{18A5FE87-CDCD-47A2-9180-D7993F104F8B}" presName="LevelTwoTextNode" presStyleLbl="node3" presStyleIdx="0" presStyleCnt="4">
        <dgm:presLayoutVars>
          <dgm:chPref val="3"/>
        </dgm:presLayoutVars>
      </dgm:prSet>
      <dgm:spPr/>
    </dgm:pt>
    <dgm:pt modelId="{3A4BD203-9293-44F4-9E48-FCBE315E929A}" type="pres">
      <dgm:prSet presAssocID="{18A5FE87-CDCD-47A2-9180-D7993F104F8B}" presName="level3hierChild" presStyleCnt="0"/>
      <dgm:spPr/>
    </dgm:pt>
    <dgm:pt modelId="{9750624A-529C-4012-BDBA-B840ABE817B0}" type="pres">
      <dgm:prSet presAssocID="{F79E0253-9DBF-493C-AB3C-7A0CA2873FDD}" presName="conn2-1" presStyleLbl="parChTrans1D2" presStyleIdx="1" presStyleCnt="4"/>
      <dgm:spPr/>
    </dgm:pt>
    <dgm:pt modelId="{3F00ECCA-B998-475D-91DA-EEE53DF76F09}" type="pres">
      <dgm:prSet presAssocID="{F79E0253-9DBF-493C-AB3C-7A0CA2873FDD}" presName="connTx" presStyleLbl="parChTrans1D2" presStyleIdx="1" presStyleCnt="4"/>
      <dgm:spPr/>
    </dgm:pt>
    <dgm:pt modelId="{A80E8293-2AE5-499E-96E2-68532C3DEC01}" type="pres">
      <dgm:prSet presAssocID="{1786BE3E-BD2B-4126-9F63-DAC10877E779}" presName="root2" presStyleCnt="0"/>
      <dgm:spPr/>
    </dgm:pt>
    <dgm:pt modelId="{84424671-9419-449A-8707-B0328A5F067E}" type="pres">
      <dgm:prSet presAssocID="{1786BE3E-BD2B-4126-9F63-DAC10877E779}" presName="LevelTwoTextNode" presStyleLbl="node2" presStyleIdx="1" presStyleCnt="4">
        <dgm:presLayoutVars>
          <dgm:chPref val="3"/>
        </dgm:presLayoutVars>
      </dgm:prSet>
      <dgm:spPr/>
    </dgm:pt>
    <dgm:pt modelId="{AD1E8830-00B5-42DA-AC58-A9CD4CAE45FB}" type="pres">
      <dgm:prSet presAssocID="{1786BE3E-BD2B-4126-9F63-DAC10877E779}" presName="level3hierChild" presStyleCnt="0"/>
      <dgm:spPr/>
    </dgm:pt>
    <dgm:pt modelId="{1D4AFAF3-91DE-459C-A0A3-3591F3249679}" type="pres">
      <dgm:prSet presAssocID="{4FCC3107-7AED-4DBC-8604-E3E3D373AB4A}" presName="conn2-1" presStyleLbl="parChTrans1D3" presStyleIdx="1" presStyleCnt="4"/>
      <dgm:spPr/>
    </dgm:pt>
    <dgm:pt modelId="{0FFF3731-798F-4E91-AF73-C02A47138FEA}" type="pres">
      <dgm:prSet presAssocID="{4FCC3107-7AED-4DBC-8604-E3E3D373AB4A}" presName="connTx" presStyleLbl="parChTrans1D3" presStyleIdx="1" presStyleCnt="4"/>
      <dgm:spPr/>
    </dgm:pt>
    <dgm:pt modelId="{7C77CFEF-5385-4A59-B6D6-DF5FAF94EF08}" type="pres">
      <dgm:prSet presAssocID="{984DBF21-BCE5-4E64-AA88-2254EFE64EAC}" presName="root2" presStyleCnt="0"/>
      <dgm:spPr/>
    </dgm:pt>
    <dgm:pt modelId="{792D77E7-2785-44BA-BEC3-D88C7E8968E9}" type="pres">
      <dgm:prSet presAssocID="{984DBF21-BCE5-4E64-AA88-2254EFE64EAC}" presName="LevelTwoTextNode" presStyleLbl="node3" presStyleIdx="1" presStyleCnt="4">
        <dgm:presLayoutVars>
          <dgm:chPref val="3"/>
        </dgm:presLayoutVars>
      </dgm:prSet>
      <dgm:spPr/>
    </dgm:pt>
    <dgm:pt modelId="{EA6A2D05-8505-4FC3-944E-FA1351EDC0DE}" type="pres">
      <dgm:prSet presAssocID="{984DBF21-BCE5-4E64-AA88-2254EFE64EAC}" presName="level3hierChild" presStyleCnt="0"/>
      <dgm:spPr/>
    </dgm:pt>
    <dgm:pt modelId="{69F6D5A7-B404-44A7-B6B6-B238CEF22873}" type="pres">
      <dgm:prSet presAssocID="{5BD165AB-A2F9-41C7-A2CB-B525DF535468}" presName="conn2-1" presStyleLbl="parChTrans1D2" presStyleIdx="2" presStyleCnt="4"/>
      <dgm:spPr/>
    </dgm:pt>
    <dgm:pt modelId="{90A88D72-7399-4216-8D57-EB36D32C4C42}" type="pres">
      <dgm:prSet presAssocID="{5BD165AB-A2F9-41C7-A2CB-B525DF535468}" presName="connTx" presStyleLbl="parChTrans1D2" presStyleIdx="2" presStyleCnt="4"/>
      <dgm:spPr/>
    </dgm:pt>
    <dgm:pt modelId="{F1DF11ED-AE74-4A51-A5BD-D180D20E7B1B}" type="pres">
      <dgm:prSet presAssocID="{3CA5E6CC-355B-48C0-8930-DFD260D8C20F}" presName="root2" presStyleCnt="0"/>
      <dgm:spPr/>
    </dgm:pt>
    <dgm:pt modelId="{DE71802F-2DCA-45D4-9879-D91C5ED27C36}" type="pres">
      <dgm:prSet presAssocID="{3CA5E6CC-355B-48C0-8930-DFD260D8C20F}" presName="LevelTwoTextNode" presStyleLbl="node2" presStyleIdx="2" presStyleCnt="4">
        <dgm:presLayoutVars>
          <dgm:chPref val="3"/>
        </dgm:presLayoutVars>
      </dgm:prSet>
      <dgm:spPr/>
    </dgm:pt>
    <dgm:pt modelId="{B35B7DF5-0A25-4447-B081-840BF5463B7E}" type="pres">
      <dgm:prSet presAssocID="{3CA5E6CC-355B-48C0-8930-DFD260D8C20F}" presName="level3hierChild" presStyleCnt="0"/>
      <dgm:spPr/>
    </dgm:pt>
    <dgm:pt modelId="{801BB2CE-4125-4ACB-816E-013A024D9212}" type="pres">
      <dgm:prSet presAssocID="{C6CAB50B-6810-4DDE-8FE5-2C5889725F57}" presName="conn2-1" presStyleLbl="parChTrans1D3" presStyleIdx="2" presStyleCnt="4"/>
      <dgm:spPr/>
    </dgm:pt>
    <dgm:pt modelId="{06A73902-57AB-4E8E-8485-74FA28F0B10A}" type="pres">
      <dgm:prSet presAssocID="{C6CAB50B-6810-4DDE-8FE5-2C5889725F57}" presName="connTx" presStyleLbl="parChTrans1D3" presStyleIdx="2" presStyleCnt="4"/>
      <dgm:spPr/>
    </dgm:pt>
    <dgm:pt modelId="{8A3F7BA2-5148-495D-94D3-B5D4D04F918C}" type="pres">
      <dgm:prSet presAssocID="{98AA5827-1FE2-4673-A257-F06CDC648C1A}" presName="root2" presStyleCnt="0"/>
      <dgm:spPr/>
    </dgm:pt>
    <dgm:pt modelId="{F31DEE0B-C3BA-4374-95F0-32CAA31BFF99}" type="pres">
      <dgm:prSet presAssocID="{98AA5827-1FE2-4673-A257-F06CDC648C1A}" presName="LevelTwoTextNode" presStyleLbl="node3" presStyleIdx="2" presStyleCnt="4">
        <dgm:presLayoutVars>
          <dgm:chPref val="3"/>
        </dgm:presLayoutVars>
      </dgm:prSet>
      <dgm:spPr/>
    </dgm:pt>
    <dgm:pt modelId="{86CC347C-6551-4626-8A4D-6F06D542148D}" type="pres">
      <dgm:prSet presAssocID="{98AA5827-1FE2-4673-A257-F06CDC648C1A}" presName="level3hierChild" presStyleCnt="0"/>
      <dgm:spPr/>
    </dgm:pt>
    <dgm:pt modelId="{88F42385-8FF5-4EF1-B356-6264BCD708AF}" type="pres">
      <dgm:prSet presAssocID="{5B788A8D-42A8-44C0-B47F-A8DB8BC7EEC2}" presName="conn2-1" presStyleLbl="parChTrans1D2" presStyleIdx="3" presStyleCnt="4"/>
      <dgm:spPr/>
    </dgm:pt>
    <dgm:pt modelId="{29D87001-F6A3-40B8-8F15-BFADBCB6AE7B}" type="pres">
      <dgm:prSet presAssocID="{5B788A8D-42A8-44C0-B47F-A8DB8BC7EEC2}" presName="connTx" presStyleLbl="parChTrans1D2" presStyleIdx="3" presStyleCnt="4"/>
      <dgm:spPr/>
    </dgm:pt>
    <dgm:pt modelId="{5F56534F-F6FC-413A-A34C-EDF5084878AF}" type="pres">
      <dgm:prSet presAssocID="{0F8C88DC-AA13-453D-8BF6-09B6760E9FF3}" presName="root2" presStyleCnt="0"/>
      <dgm:spPr/>
    </dgm:pt>
    <dgm:pt modelId="{6B12801E-8A5F-4F81-A073-535D88EDC054}" type="pres">
      <dgm:prSet presAssocID="{0F8C88DC-AA13-453D-8BF6-09B6760E9FF3}" presName="LevelTwoTextNode" presStyleLbl="node2" presStyleIdx="3" presStyleCnt="4">
        <dgm:presLayoutVars>
          <dgm:chPref val="3"/>
        </dgm:presLayoutVars>
      </dgm:prSet>
      <dgm:spPr/>
    </dgm:pt>
    <dgm:pt modelId="{5F54D0D3-0AF7-43C9-A30A-9D5D9673B2CB}" type="pres">
      <dgm:prSet presAssocID="{0F8C88DC-AA13-453D-8BF6-09B6760E9FF3}" presName="level3hierChild" presStyleCnt="0"/>
      <dgm:spPr/>
    </dgm:pt>
    <dgm:pt modelId="{FFF6865A-C59F-495F-8E61-BF1BA02B38E4}" type="pres">
      <dgm:prSet presAssocID="{B5BB8BE7-3EDA-46D7-886F-57DF00CAAD3E}" presName="conn2-1" presStyleLbl="parChTrans1D3" presStyleIdx="3" presStyleCnt="4"/>
      <dgm:spPr/>
    </dgm:pt>
    <dgm:pt modelId="{411997F3-BA44-4622-8882-B458D9A878E2}" type="pres">
      <dgm:prSet presAssocID="{B5BB8BE7-3EDA-46D7-886F-57DF00CAAD3E}" presName="connTx" presStyleLbl="parChTrans1D3" presStyleIdx="3" presStyleCnt="4"/>
      <dgm:spPr/>
    </dgm:pt>
    <dgm:pt modelId="{837691DA-E829-4AB8-B1A1-79454201BD0E}" type="pres">
      <dgm:prSet presAssocID="{7245136E-4510-43A3-AC8D-D955539FD030}" presName="root2" presStyleCnt="0"/>
      <dgm:spPr/>
    </dgm:pt>
    <dgm:pt modelId="{4020CD14-4A41-42D1-82D1-6AD719682B9B}" type="pres">
      <dgm:prSet presAssocID="{7245136E-4510-43A3-AC8D-D955539FD030}" presName="LevelTwoTextNode" presStyleLbl="node3" presStyleIdx="3" presStyleCnt="4">
        <dgm:presLayoutVars>
          <dgm:chPref val="3"/>
        </dgm:presLayoutVars>
      </dgm:prSet>
      <dgm:spPr/>
    </dgm:pt>
    <dgm:pt modelId="{22946D2E-6FB0-474F-B5D6-19191CF0AE65}" type="pres">
      <dgm:prSet presAssocID="{7245136E-4510-43A3-AC8D-D955539FD030}" presName="level3hierChild" presStyleCnt="0"/>
      <dgm:spPr/>
    </dgm:pt>
  </dgm:ptLst>
  <dgm:cxnLst>
    <dgm:cxn modelId="{87F7E201-D176-455A-A739-246134ED2CE1}" type="presOf" srcId="{B5BB8BE7-3EDA-46D7-886F-57DF00CAAD3E}" destId="{FFF6865A-C59F-495F-8E61-BF1BA02B38E4}" srcOrd="0" destOrd="0" presId="urn:microsoft.com/office/officeart/2005/8/layout/hierarchy2"/>
    <dgm:cxn modelId="{91C5C111-6155-4AD0-901A-5190E67FF0E8}" type="presOf" srcId="{44F2AB28-C491-442B-9BD2-2815B640FFC1}" destId="{A7F83154-BD8B-494E-A7D5-1AC2F229BF2F}" srcOrd="0" destOrd="0" presId="urn:microsoft.com/office/officeart/2005/8/layout/hierarchy2"/>
    <dgm:cxn modelId="{85262916-0527-407E-9A65-C5261D1E98B2}" type="presOf" srcId="{F79E0253-9DBF-493C-AB3C-7A0CA2873FDD}" destId="{9750624A-529C-4012-BDBA-B840ABE817B0}" srcOrd="0" destOrd="0" presId="urn:microsoft.com/office/officeart/2005/8/layout/hierarchy2"/>
    <dgm:cxn modelId="{0012EB23-A861-4AD8-8855-D72DA4891B61}" srcId="{FDF53BD6-8BD2-4E39-8ED3-63A535A9597F}" destId="{44F2AB28-C491-442B-9BD2-2815B640FFC1}" srcOrd="0" destOrd="0" parTransId="{7302C960-685E-4AA3-9B28-AB406AFF84DF}" sibTransId="{48C067A6-E202-40E1-A26C-029079CF43D5}"/>
    <dgm:cxn modelId="{66D4C826-5BF5-4270-985F-49670C187E72}" type="presOf" srcId="{5BD165AB-A2F9-41C7-A2CB-B525DF535468}" destId="{90A88D72-7399-4216-8D57-EB36D32C4C42}" srcOrd="1" destOrd="0" presId="urn:microsoft.com/office/officeart/2005/8/layout/hierarchy2"/>
    <dgm:cxn modelId="{4454FD34-EB70-443D-889B-0EBA71E71EF9}" type="presOf" srcId="{7302C960-685E-4AA3-9B28-AB406AFF84DF}" destId="{B0BE5409-0090-48D6-8A05-D4D6C3E2C8FC}" srcOrd="0" destOrd="0" presId="urn:microsoft.com/office/officeart/2005/8/layout/hierarchy2"/>
    <dgm:cxn modelId="{036AB535-9B66-4061-9724-30077A5515ED}" srcId="{3CA5E6CC-355B-48C0-8930-DFD260D8C20F}" destId="{98AA5827-1FE2-4673-A257-F06CDC648C1A}" srcOrd="0" destOrd="0" parTransId="{C6CAB50B-6810-4DDE-8FE5-2C5889725F57}" sibTransId="{74E058E3-4573-4C08-80AF-C9F7E369C53C}"/>
    <dgm:cxn modelId="{D70FC85E-1934-4481-B586-1826851F89CE}" type="presOf" srcId="{5BD165AB-A2F9-41C7-A2CB-B525DF535468}" destId="{69F6D5A7-B404-44A7-B6B6-B238CEF22873}" srcOrd="0" destOrd="0" presId="urn:microsoft.com/office/officeart/2005/8/layout/hierarchy2"/>
    <dgm:cxn modelId="{C4A1A264-5466-4F97-832E-71EA6338075D}" type="presOf" srcId="{984DBF21-BCE5-4E64-AA88-2254EFE64EAC}" destId="{792D77E7-2785-44BA-BEC3-D88C7E8968E9}" srcOrd="0" destOrd="0" presId="urn:microsoft.com/office/officeart/2005/8/layout/hierarchy2"/>
    <dgm:cxn modelId="{E7BA1065-31DD-4231-A756-44DF2BAD1EAE}" type="presOf" srcId="{4FCC3107-7AED-4DBC-8604-E3E3D373AB4A}" destId="{0FFF3731-798F-4E91-AF73-C02A47138FEA}" srcOrd="1" destOrd="0" presId="urn:microsoft.com/office/officeart/2005/8/layout/hierarchy2"/>
    <dgm:cxn modelId="{E5778245-4490-4393-90FB-5ADFB6BDF701}" type="presOf" srcId="{0F8C88DC-AA13-453D-8BF6-09B6760E9FF3}" destId="{6B12801E-8A5F-4F81-A073-535D88EDC054}" srcOrd="0" destOrd="0" presId="urn:microsoft.com/office/officeart/2005/8/layout/hierarchy2"/>
    <dgm:cxn modelId="{5DFB3468-9BF4-4AF1-A74E-06E725FBBBDE}" type="presOf" srcId="{C6CAB50B-6810-4DDE-8FE5-2C5889725F57}" destId="{801BB2CE-4125-4ACB-816E-013A024D9212}" srcOrd="0" destOrd="0" presId="urn:microsoft.com/office/officeart/2005/8/layout/hierarchy2"/>
    <dgm:cxn modelId="{4E9D9B4D-3BEA-4482-BFEC-3CC7B3E65044}" type="presOf" srcId="{FDF53BD6-8BD2-4E39-8ED3-63A535A9597F}" destId="{3939FE4D-BA61-426E-A395-3E6F98501AC2}" srcOrd="0" destOrd="0" presId="urn:microsoft.com/office/officeart/2005/8/layout/hierarchy2"/>
    <dgm:cxn modelId="{C89CCC4E-E247-4523-BD92-6D5293E17894}" type="presOf" srcId="{18A5FE87-CDCD-47A2-9180-D7993F104F8B}" destId="{743A90D1-2DCF-4440-B38F-8E4269D21E95}" srcOrd="0" destOrd="0" presId="urn:microsoft.com/office/officeart/2005/8/layout/hierarchy2"/>
    <dgm:cxn modelId="{1AC2B851-92D5-4F4A-92BF-F81D3C47CAD3}" type="presOf" srcId="{B5BB8BE7-3EDA-46D7-886F-57DF00CAAD3E}" destId="{411997F3-BA44-4622-8882-B458D9A878E2}" srcOrd="1" destOrd="0" presId="urn:microsoft.com/office/officeart/2005/8/layout/hierarchy2"/>
    <dgm:cxn modelId="{561BCE52-D719-496E-8629-18D8E1867037}" type="presOf" srcId="{7302C960-685E-4AA3-9B28-AB406AFF84DF}" destId="{925F8965-B6AE-49DD-8448-31EE7766F3A6}" srcOrd="1" destOrd="0" presId="urn:microsoft.com/office/officeart/2005/8/layout/hierarchy2"/>
    <dgm:cxn modelId="{B464D256-2912-4970-B855-C8B1C661E374}" srcId="{1786BE3E-BD2B-4126-9F63-DAC10877E779}" destId="{984DBF21-BCE5-4E64-AA88-2254EFE64EAC}" srcOrd="0" destOrd="0" parTransId="{4FCC3107-7AED-4DBC-8604-E3E3D373AB4A}" sibTransId="{85871722-D075-453D-8DDF-8E4147E88621}"/>
    <dgm:cxn modelId="{507C427A-6413-421A-85D2-A0B9F307C2A1}" srcId="{0F8C88DC-AA13-453D-8BF6-09B6760E9FF3}" destId="{7245136E-4510-43A3-AC8D-D955539FD030}" srcOrd="0" destOrd="0" parTransId="{B5BB8BE7-3EDA-46D7-886F-57DF00CAAD3E}" sibTransId="{196603E3-5250-4CEB-94A8-F1FDC9D47D39}"/>
    <dgm:cxn modelId="{3B345C83-0AA9-4388-94D9-6F094A9FCBEF}" srcId="{44F2AB28-C491-442B-9BD2-2815B640FFC1}" destId="{18A5FE87-CDCD-47A2-9180-D7993F104F8B}" srcOrd="0" destOrd="0" parTransId="{A36DCE12-A27D-4797-AFB1-D9EB3CF54DF1}" sibTransId="{BDBD6E07-F2C3-4909-B043-8E1151A330B9}"/>
    <dgm:cxn modelId="{8859CF85-4A8D-4F01-A9B3-CD30D57EAB0B}" type="presOf" srcId="{A36DCE12-A27D-4797-AFB1-D9EB3CF54DF1}" destId="{EC781E1B-AC21-492F-A0AA-64E85EEA7DC0}" srcOrd="0" destOrd="0" presId="urn:microsoft.com/office/officeart/2005/8/layout/hierarchy2"/>
    <dgm:cxn modelId="{3844808F-8475-492E-B4E2-2D3AB037136B}" type="presOf" srcId="{4FCC3107-7AED-4DBC-8604-E3E3D373AB4A}" destId="{1D4AFAF3-91DE-459C-A0A3-3591F3249679}" srcOrd="0" destOrd="0" presId="urn:microsoft.com/office/officeart/2005/8/layout/hierarchy2"/>
    <dgm:cxn modelId="{A680A891-6998-4416-9389-1CC9FA592A45}" type="presOf" srcId="{8892EE21-7CD6-4E8B-B91B-20A26AC9FF1D}" destId="{D49FAC2B-2ACF-4409-93BA-5B6F298DC145}" srcOrd="0" destOrd="0" presId="urn:microsoft.com/office/officeart/2005/8/layout/hierarchy2"/>
    <dgm:cxn modelId="{585332A0-F690-4F90-B504-1BD39D96A052}" type="presOf" srcId="{7245136E-4510-43A3-AC8D-D955539FD030}" destId="{4020CD14-4A41-42D1-82D1-6AD719682B9B}" srcOrd="0" destOrd="0" presId="urn:microsoft.com/office/officeart/2005/8/layout/hierarchy2"/>
    <dgm:cxn modelId="{41BCD1A6-8E2C-4C1A-9C0B-C69AFD3ADD7F}" srcId="{8892EE21-7CD6-4E8B-B91B-20A26AC9FF1D}" destId="{FDF53BD6-8BD2-4E39-8ED3-63A535A9597F}" srcOrd="0" destOrd="0" parTransId="{9383BA64-8B03-45D5-985E-F247B6926B50}" sibTransId="{3A982173-9EB8-48C1-AA2C-8A459A136394}"/>
    <dgm:cxn modelId="{8A2C6EAE-F117-495A-80A9-E8BA360E9C4C}" type="presOf" srcId="{F79E0253-9DBF-493C-AB3C-7A0CA2873FDD}" destId="{3F00ECCA-B998-475D-91DA-EEE53DF76F09}" srcOrd="1" destOrd="0" presId="urn:microsoft.com/office/officeart/2005/8/layout/hierarchy2"/>
    <dgm:cxn modelId="{EB9337B5-0B73-4EAD-9700-EBEFEE36CCE8}" type="presOf" srcId="{98AA5827-1FE2-4673-A257-F06CDC648C1A}" destId="{F31DEE0B-C3BA-4374-95F0-32CAA31BFF99}" srcOrd="0" destOrd="0" presId="urn:microsoft.com/office/officeart/2005/8/layout/hierarchy2"/>
    <dgm:cxn modelId="{AAD69BB5-C361-4DF2-9584-821261288208}" type="presOf" srcId="{C6CAB50B-6810-4DDE-8FE5-2C5889725F57}" destId="{06A73902-57AB-4E8E-8485-74FA28F0B10A}" srcOrd="1" destOrd="0" presId="urn:microsoft.com/office/officeart/2005/8/layout/hierarchy2"/>
    <dgm:cxn modelId="{6AC7B9BC-F8F9-4042-A1D1-9C13EFE61EE8}" type="presOf" srcId="{5B788A8D-42A8-44C0-B47F-A8DB8BC7EEC2}" destId="{88F42385-8FF5-4EF1-B356-6264BCD708AF}" srcOrd="0" destOrd="0" presId="urn:microsoft.com/office/officeart/2005/8/layout/hierarchy2"/>
    <dgm:cxn modelId="{30404BD3-C476-49BA-970C-CE55F263C2AC}" type="presOf" srcId="{5B788A8D-42A8-44C0-B47F-A8DB8BC7EEC2}" destId="{29D87001-F6A3-40B8-8F15-BFADBCB6AE7B}" srcOrd="1" destOrd="0" presId="urn:microsoft.com/office/officeart/2005/8/layout/hierarchy2"/>
    <dgm:cxn modelId="{7A3874D8-7DC2-47CC-8B9A-ED51B7602960}" type="presOf" srcId="{1786BE3E-BD2B-4126-9F63-DAC10877E779}" destId="{84424671-9419-449A-8707-B0328A5F067E}" srcOrd="0" destOrd="0" presId="urn:microsoft.com/office/officeart/2005/8/layout/hierarchy2"/>
    <dgm:cxn modelId="{65A019DB-0A8D-452D-B74E-5C473D70B15C}" srcId="{FDF53BD6-8BD2-4E39-8ED3-63A535A9597F}" destId="{1786BE3E-BD2B-4126-9F63-DAC10877E779}" srcOrd="1" destOrd="0" parTransId="{F79E0253-9DBF-493C-AB3C-7A0CA2873FDD}" sibTransId="{A51CFBB3-EDD7-41A3-8AAC-E47F31C6FAB8}"/>
    <dgm:cxn modelId="{6DF92FE3-1355-4365-B52B-6946A2AFB59F}" srcId="{FDF53BD6-8BD2-4E39-8ED3-63A535A9597F}" destId="{0F8C88DC-AA13-453D-8BF6-09B6760E9FF3}" srcOrd="3" destOrd="0" parTransId="{5B788A8D-42A8-44C0-B47F-A8DB8BC7EEC2}" sibTransId="{EE5B590D-281F-41E5-91CB-00843682360E}"/>
    <dgm:cxn modelId="{5768D5E9-DA7E-4F0E-97C9-A8C0373C5FDE}" srcId="{FDF53BD6-8BD2-4E39-8ED3-63A535A9597F}" destId="{3CA5E6CC-355B-48C0-8930-DFD260D8C20F}" srcOrd="2" destOrd="0" parTransId="{5BD165AB-A2F9-41C7-A2CB-B525DF535468}" sibTransId="{3C298E51-5EAB-4C16-9B23-58AFA1FF55F5}"/>
    <dgm:cxn modelId="{74BB0EFC-BA3F-4178-AA85-5BF955C06195}" type="presOf" srcId="{A36DCE12-A27D-4797-AFB1-D9EB3CF54DF1}" destId="{035589FA-C51A-442F-979F-AC2E90D52701}" srcOrd="1" destOrd="0" presId="urn:microsoft.com/office/officeart/2005/8/layout/hierarchy2"/>
    <dgm:cxn modelId="{F58F83FE-D842-4FE9-B1EE-94BEFFED2624}" type="presOf" srcId="{3CA5E6CC-355B-48C0-8930-DFD260D8C20F}" destId="{DE71802F-2DCA-45D4-9879-D91C5ED27C36}" srcOrd="0" destOrd="0" presId="urn:microsoft.com/office/officeart/2005/8/layout/hierarchy2"/>
    <dgm:cxn modelId="{174963D1-BA31-4003-84F4-14E40F8E05CB}" type="presParOf" srcId="{D49FAC2B-2ACF-4409-93BA-5B6F298DC145}" destId="{57C39549-90B8-4B86-8868-12D039A8212B}" srcOrd="0" destOrd="0" presId="urn:microsoft.com/office/officeart/2005/8/layout/hierarchy2"/>
    <dgm:cxn modelId="{3042B2B2-2D08-466B-A321-F981185EAA79}" type="presParOf" srcId="{57C39549-90B8-4B86-8868-12D039A8212B}" destId="{3939FE4D-BA61-426E-A395-3E6F98501AC2}" srcOrd="0" destOrd="0" presId="urn:microsoft.com/office/officeart/2005/8/layout/hierarchy2"/>
    <dgm:cxn modelId="{8F258F6A-5C61-4259-8CAF-9D69D8E18A0F}" type="presParOf" srcId="{57C39549-90B8-4B86-8868-12D039A8212B}" destId="{C134A7E3-DD6C-4E8A-A86D-F6BEF699794B}" srcOrd="1" destOrd="0" presId="urn:microsoft.com/office/officeart/2005/8/layout/hierarchy2"/>
    <dgm:cxn modelId="{D9D0CAA2-3748-4A1B-8030-D235B9A6EFD3}" type="presParOf" srcId="{C134A7E3-DD6C-4E8A-A86D-F6BEF699794B}" destId="{B0BE5409-0090-48D6-8A05-D4D6C3E2C8FC}" srcOrd="0" destOrd="0" presId="urn:microsoft.com/office/officeart/2005/8/layout/hierarchy2"/>
    <dgm:cxn modelId="{BD8EFB91-8EA2-4135-B6FB-DD5106276304}" type="presParOf" srcId="{B0BE5409-0090-48D6-8A05-D4D6C3E2C8FC}" destId="{925F8965-B6AE-49DD-8448-31EE7766F3A6}" srcOrd="0" destOrd="0" presId="urn:microsoft.com/office/officeart/2005/8/layout/hierarchy2"/>
    <dgm:cxn modelId="{A2B41E24-BEB0-4D81-B724-7B2467A78294}" type="presParOf" srcId="{C134A7E3-DD6C-4E8A-A86D-F6BEF699794B}" destId="{A1B11828-743C-46C9-BC80-CE1C2CFD8705}" srcOrd="1" destOrd="0" presId="urn:microsoft.com/office/officeart/2005/8/layout/hierarchy2"/>
    <dgm:cxn modelId="{E0AE97C9-5189-4A39-9414-78F790742F5F}" type="presParOf" srcId="{A1B11828-743C-46C9-BC80-CE1C2CFD8705}" destId="{A7F83154-BD8B-494E-A7D5-1AC2F229BF2F}" srcOrd="0" destOrd="0" presId="urn:microsoft.com/office/officeart/2005/8/layout/hierarchy2"/>
    <dgm:cxn modelId="{DA3B3481-546E-4148-B44E-A09674C14006}" type="presParOf" srcId="{A1B11828-743C-46C9-BC80-CE1C2CFD8705}" destId="{04569D3A-76E5-4E33-9838-D081B79915F2}" srcOrd="1" destOrd="0" presId="urn:microsoft.com/office/officeart/2005/8/layout/hierarchy2"/>
    <dgm:cxn modelId="{8F350534-F8D9-4900-9299-33B2895A8B81}" type="presParOf" srcId="{04569D3A-76E5-4E33-9838-D081B79915F2}" destId="{EC781E1B-AC21-492F-A0AA-64E85EEA7DC0}" srcOrd="0" destOrd="0" presId="urn:microsoft.com/office/officeart/2005/8/layout/hierarchy2"/>
    <dgm:cxn modelId="{58971C9E-6466-49DF-887B-7B6C84429DA6}" type="presParOf" srcId="{EC781E1B-AC21-492F-A0AA-64E85EEA7DC0}" destId="{035589FA-C51A-442F-979F-AC2E90D52701}" srcOrd="0" destOrd="0" presId="urn:microsoft.com/office/officeart/2005/8/layout/hierarchy2"/>
    <dgm:cxn modelId="{5BB20D9E-F93D-43FB-9657-2FCF3CC624D0}" type="presParOf" srcId="{04569D3A-76E5-4E33-9838-D081B79915F2}" destId="{F2E68EAF-5951-4C25-8579-E71C377C18A2}" srcOrd="1" destOrd="0" presId="urn:microsoft.com/office/officeart/2005/8/layout/hierarchy2"/>
    <dgm:cxn modelId="{70CABC43-0E1C-43FA-8CB3-223DDD9B2E3D}" type="presParOf" srcId="{F2E68EAF-5951-4C25-8579-E71C377C18A2}" destId="{743A90D1-2DCF-4440-B38F-8E4269D21E95}" srcOrd="0" destOrd="0" presId="urn:microsoft.com/office/officeart/2005/8/layout/hierarchy2"/>
    <dgm:cxn modelId="{5D92899C-168A-4565-84C9-46678BB8057F}" type="presParOf" srcId="{F2E68EAF-5951-4C25-8579-E71C377C18A2}" destId="{3A4BD203-9293-44F4-9E48-FCBE315E929A}" srcOrd="1" destOrd="0" presId="urn:microsoft.com/office/officeart/2005/8/layout/hierarchy2"/>
    <dgm:cxn modelId="{7BDA3ECE-F9A4-4406-B36A-E14B8CD104AC}" type="presParOf" srcId="{C134A7E3-DD6C-4E8A-A86D-F6BEF699794B}" destId="{9750624A-529C-4012-BDBA-B840ABE817B0}" srcOrd="2" destOrd="0" presId="urn:microsoft.com/office/officeart/2005/8/layout/hierarchy2"/>
    <dgm:cxn modelId="{D5701C2F-6E78-47CF-8C41-8D6833231CBE}" type="presParOf" srcId="{9750624A-529C-4012-BDBA-B840ABE817B0}" destId="{3F00ECCA-B998-475D-91DA-EEE53DF76F09}" srcOrd="0" destOrd="0" presId="urn:microsoft.com/office/officeart/2005/8/layout/hierarchy2"/>
    <dgm:cxn modelId="{7707FEE1-F4AC-47E3-A710-B6CADFAF1F0F}" type="presParOf" srcId="{C134A7E3-DD6C-4E8A-A86D-F6BEF699794B}" destId="{A80E8293-2AE5-499E-96E2-68532C3DEC01}" srcOrd="3" destOrd="0" presId="urn:microsoft.com/office/officeart/2005/8/layout/hierarchy2"/>
    <dgm:cxn modelId="{25C1D5AF-BCC3-4135-A297-42971070E7C9}" type="presParOf" srcId="{A80E8293-2AE5-499E-96E2-68532C3DEC01}" destId="{84424671-9419-449A-8707-B0328A5F067E}" srcOrd="0" destOrd="0" presId="urn:microsoft.com/office/officeart/2005/8/layout/hierarchy2"/>
    <dgm:cxn modelId="{F74C893D-7E6A-4152-8ACC-EDC66D9972FB}" type="presParOf" srcId="{A80E8293-2AE5-499E-96E2-68532C3DEC01}" destId="{AD1E8830-00B5-42DA-AC58-A9CD4CAE45FB}" srcOrd="1" destOrd="0" presId="urn:microsoft.com/office/officeart/2005/8/layout/hierarchy2"/>
    <dgm:cxn modelId="{65618B92-3758-4E4E-8379-59F2FBB70F31}" type="presParOf" srcId="{AD1E8830-00B5-42DA-AC58-A9CD4CAE45FB}" destId="{1D4AFAF3-91DE-459C-A0A3-3591F3249679}" srcOrd="0" destOrd="0" presId="urn:microsoft.com/office/officeart/2005/8/layout/hierarchy2"/>
    <dgm:cxn modelId="{60C155A1-38A8-42BD-B692-7C0A445F4CA3}" type="presParOf" srcId="{1D4AFAF3-91DE-459C-A0A3-3591F3249679}" destId="{0FFF3731-798F-4E91-AF73-C02A47138FEA}" srcOrd="0" destOrd="0" presId="urn:microsoft.com/office/officeart/2005/8/layout/hierarchy2"/>
    <dgm:cxn modelId="{0956E6F9-1619-41A0-8B47-92700B7CB66F}" type="presParOf" srcId="{AD1E8830-00B5-42DA-AC58-A9CD4CAE45FB}" destId="{7C77CFEF-5385-4A59-B6D6-DF5FAF94EF08}" srcOrd="1" destOrd="0" presId="urn:microsoft.com/office/officeart/2005/8/layout/hierarchy2"/>
    <dgm:cxn modelId="{313BE947-6C0D-4FA2-AFE0-C8A97CA6ED19}" type="presParOf" srcId="{7C77CFEF-5385-4A59-B6D6-DF5FAF94EF08}" destId="{792D77E7-2785-44BA-BEC3-D88C7E8968E9}" srcOrd="0" destOrd="0" presId="urn:microsoft.com/office/officeart/2005/8/layout/hierarchy2"/>
    <dgm:cxn modelId="{E9AFD1BB-9C47-41F5-909C-4C49FDB400EF}" type="presParOf" srcId="{7C77CFEF-5385-4A59-B6D6-DF5FAF94EF08}" destId="{EA6A2D05-8505-4FC3-944E-FA1351EDC0DE}" srcOrd="1" destOrd="0" presId="urn:microsoft.com/office/officeart/2005/8/layout/hierarchy2"/>
    <dgm:cxn modelId="{370E48D8-505D-446E-A562-62BDF2D2F3C4}" type="presParOf" srcId="{C134A7E3-DD6C-4E8A-A86D-F6BEF699794B}" destId="{69F6D5A7-B404-44A7-B6B6-B238CEF22873}" srcOrd="4" destOrd="0" presId="urn:microsoft.com/office/officeart/2005/8/layout/hierarchy2"/>
    <dgm:cxn modelId="{71A96E6D-FA85-4F2F-86FA-8C32D9AE476D}" type="presParOf" srcId="{69F6D5A7-B404-44A7-B6B6-B238CEF22873}" destId="{90A88D72-7399-4216-8D57-EB36D32C4C42}" srcOrd="0" destOrd="0" presId="urn:microsoft.com/office/officeart/2005/8/layout/hierarchy2"/>
    <dgm:cxn modelId="{11276B51-AE47-4EC6-A0C4-8953FBD43B9A}" type="presParOf" srcId="{C134A7E3-DD6C-4E8A-A86D-F6BEF699794B}" destId="{F1DF11ED-AE74-4A51-A5BD-D180D20E7B1B}" srcOrd="5" destOrd="0" presId="urn:microsoft.com/office/officeart/2005/8/layout/hierarchy2"/>
    <dgm:cxn modelId="{7B7FFF14-E1BF-4CFF-90AA-7EBE1CF171EF}" type="presParOf" srcId="{F1DF11ED-AE74-4A51-A5BD-D180D20E7B1B}" destId="{DE71802F-2DCA-45D4-9879-D91C5ED27C36}" srcOrd="0" destOrd="0" presId="urn:microsoft.com/office/officeart/2005/8/layout/hierarchy2"/>
    <dgm:cxn modelId="{9D7A11A9-332F-48EE-8230-40FC6C07B007}" type="presParOf" srcId="{F1DF11ED-AE74-4A51-A5BD-D180D20E7B1B}" destId="{B35B7DF5-0A25-4447-B081-840BF5463B7E}" srcOrd="1" destOrd="0" presId="urn:microsoft.com/office/officeart/2005/8/layout/hierarchy2"/>
    <dgm:cxn modelId="{46FEA5B1-6E25-4AF5-9F4A-8EE0CCED26D0}" type="presParOf" srcId="{B35B7DF5-0A25-4447-B081-840BF5463B7E}" destId="{801BB2CE-4125-4ACB-816E-013A024D9212}" srcOrd="0" destOrd="0" presId="urn:microsoft.com/office/officeart/2005/8/layout/hierarchy2"/>
    <dgm:cxn modelId="{54692870-D353-4939-BE1D-60C39FB45C66}" type="presParOf" srcId="{801BB2CE-4125-4ACB-816E-013A024D9212}" destId="{06A73902-57AB-4E8E-8485-74FA28F0B10A}" srcOrd="0" destOrd="0" presId="urn:microsoft.com/office/officeart/2005/8/layout/hierarchy2"/>
    <dgm:cxn modelId="{FFE47D1F-100B-4517-9FA8-8B95D1FEDCC4}" type="presParOf" srcId="{B35B7DF5-0A25-4447-B081-840BF5463B7E}" destId="{8A3F7BA2-5148-495D-94D3-B5D4D04F918C}" srcOrd="1" destOrd="0" presId="urn:microsoft.com/office/officeart/2005/8/layout/hierarchy2"/>
    <dgm:cxn modelId="{86330730-728B-4F5A-9C32-74053FFEB18E}" type="presParOf" srcId="{8A3F7BA2-5148-495D-94D3-B5D4D04F918C}" destId="{F31DEE0B-C3BA-4374-95F0-32CAA31BFF99}" srcOrd="0" destOrd="0" presId="urn:microsoft.com/office/officeart/2005/8/layout/hierarchy2"/>
    <dgm:cxn modelId="{7B29E375-BA68-42AC-A346-D1F645810D45}" type="presParOf" srcId="{8A3F7BA2-5148-495D-94D3-B5D4D04F918C}" destId="{86CC347C-6551-4626-8A4D-6F06D542148D}" srcOrd="1" destOrd="0" presId="urn:microsoft.com/office/officeart/2005/8/layout/hierarchy2"/>
    <dgm:cxn modelId="{22576F75-A6CD-41EB-B820-9E3F4C4F256F}" type="presParOf" srcId="{C134A7E3-DD6C-4E8A-A86D-F6BEF699794B}" destId="{88F42385-8FF5-4EF1-B356-6264BCD708AF}" srcOrd="6" destOrd="0" presId="urn:microsoft.com/office/officeart/2005/8/layout/hierarchy2"/>
    <dgm:cxn modelId="{EC0718DB-F75E-431C-BE61-A7DF0931BA30}" type="presParOf" srcId="{88F42385-8FF5-4EF1-B356-6264BCD708AF}" destId="{29D87001-F6A3-40B8-8F15-BFADBCB6AE7B}" srcOrd="0" destOrd="0" presId="urn:microsoft.com/office/officeart/2005/8/layout/hierarchy2"/>
    <dgm:cxn modelId="{25FB9D56-697F-4F65-9E1F-7FB419C0AC81}" type="presParOf" srcId="{C134A7E3-DD6C-4E8A-A86D-F6BEF699794B}" destId="{5F56534F-F6FC-413A-A34C-EDF5084878AF}" srcOrd="7" destOrd="0" presId="urn:microsoft.com/office/officeart/2005/8/layout/hierarchy2"/>
    <dgm:cxn modelId="{AD263666-4ED1-4AEA-80DA-71557560FB2D}" type="presParOf" srcId="{5F56534F-F6FC-413A-A34C-EDF5084878AF}" destId="{6B12801E-8A5F-4F81-A073-535D88EDC054}" srcOrd="0" destOrd="0" presId="urn:microsoft.com/office/officeart/2005/8/layout/hierarchy2"/>
    <dgm:cxn modelId="{A3034EBE-E588-4D4E-B258-F6D9E425B533}" type="presParOf" srcId="{5F56534F-F6FC-413A-A34C-EDF5084878AF}" destId="{5F54D0D3-0AF7-43C9-A30A-9D5D9673B2CB}" srcOrd="1" destOrd="0" presId="urn:microsoft.com/office/officeart/2005/8/layout/hierarchy2"/>
    <dgm:cxn modelId="{4098EF2C-169A-4144-B3D7-DB46F61A8E13}" type="presParOf" srcId="{5F54D0D3-0AF7-43C9-A30A-9D5D9673B2CB}" destId="{FFF6865A-C59F-495F-8E61-BF1BA02B38E4}" srcOrd="0" destOrd="0" presId="urn:microsoft.com/office/officeart/2005/8/layout/hierarchy2"/>
    <dgm:cxn modelId="{17DE7A43-5A14-4045-8CB9-0C6B03D28E98}" type="presParOf" srcId="{FFF6865A-C59F-495F-8E61-BF1BA02B38E4}" destId="{411997F3-BA44-4622-8882-B458D9A878E2}" srcOrd="0" destOrd="0" presId="urn:microsoft.com/office/officeart/2005/8/layout/hierarchy2"/>
    <dgm:cxn modelId="{9E374DEF-CBA3-4F9D-8E70-D396A3260CC4}" type="presParOf" srcId="{5F54D0D3-0AF7-43C9-A30A-9D5D9673B2CB}" destId="{837691DA-E829-4AB8-B1A1-79454201BD0E}" srcOrd="1" destOrd="0" presId="urn:microsoft.com/office/officeart/2005/8/layout/hierarchy2"/>
    <dgm:cxn modelId="{FD9A5F6D-7E8F-44D2-A0E6-9FCCF82326CB}" type="presParOf" srcId="{837691DA-E829-4AB8-B1A1-79454201BD0E}" destId="{4020CD14-4A41-42D1-82D1-6AD719682B9B}" srcOrd="0" destOrd="0" presId="urn:microsoft.com/office/officeart/2005/8/layout/hierarchy2"/>
    <dgm:cxn modelId="{80A066E7-C64C-4ACB-8292-512AE10810B1}" type="presParOf" srcId="{837691DA-E829-4AB8-B1A1-79454201BD0E}" destId="{22946D2E-6FB0-474F-B5D6-19191CF0AE65}"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E114265-C0E1-4278-8819-4DEA7260A2AC}" type="doc">
      <dgm:prSet loTypeId="urn:microsoft.com/office/officeart/2005/8/layout/process3" loCatId="process" qsTypeId="urn:microsoft.com/office/officeart/2005/8/quickstyle/simple1" qsCatId="simple" csTypeId="urn:microsoft.com/office/officeart/2005/8/colors/colorful1" csCatId="colorful" phldr="1"/>
      <dgm:spPr/>
      <dgm:t>
        <a:bodyPr/>
        <a:lstStyle/>
        <a:p>
          <a:endParaRPr lang="en-US"/>
        </a:p>
      </dgm:t>
    </dgm:pt>
    <dgm:pt modelId="{B3086082-1733-491C-80FD-7C241984FB13}">
      <dgm:prSet phldrT="[Text]" phldr="0"/>
      <dgm:spPr/>
      <dgm:t>
        <a:bodyPr/>
        <a:lstStyle/>
        <a:p>
          <a:pPr rtl="0"/>
          <a:r>
            <a:rPr lang="en-US">
              <a:latin typeface="Gill Sans MT" panose="020B0502020104020203"/>
            </a:rPr>
            <a:t>Collect Data</a:t>
          </a:r>
          <a:endParaRPr lang="en-US"/>
        </a:p>
      </dgm:t>
    </dgm:pt>
    <dgm:pt modelId="{16B27608-DB39-4034-B4A3-3548385BC93C}" type="parTrans" cxnId="{A832DBF2-73BE-464C-AF5E-B67022597AF9}">
      <dgm:prSet/>
      <dgm:spPr/>
      <dgm:t>
        <a:bodyPr/>
        <a:lstStyle/>
        <a:p>
          <a:endParaRPr lang="en-US"/>
        </a:p>
      </dgm:t>
    </dgm:pt>
    <dgm:pt modelId="{67DE25C5-7CFB-4FC2-89D2-E8E51F27285D}" type="sibTrans" cxnId="{A832DBF2-73BE-464C-AF5E-B67022597AF9}">
      <dgm:prSet/>
      <dgm:spPr/>
      <dgm:t>
        <a:bodyPr/>
        <a:lstStyle/>
        <a:p>
          <a:endParaRPr lang="en-US"/>
        </a:p>
      </dgm:t>
    </dgm:pt>
    <dgm:pt modelId="{D3E3A4DF-6F6E-4E3E-9801-0D86823A52EE}">
      <dgm:prSet phldrT="[Text]" phldr="0"/>
      <dgm:spPr/>
      <dgm:t>
        <a:bodyPr/>
        <a:lstStyle/>
        <a:p>
          <a:pPr rtl="0"/>
          <a:r>
            <a:rPr lang="en-US">
              <a:latin typeface="Gill Sans MT" panose="020B0502020104020203"/>
            </a:rPr>
            <a:t>Macroeconomic indicators</a:t>
          </a:r>
        </a:p>
      </dgm:t>
    </dgm:pt>
    <dgm:pt modelId="{1BD93F83-B5D3-4B2F-87A7-32F3509C851B}" type="parTrans" cxnId="{70EDFAA7-588F-4373-8CF9-6754EF347A13}">
      <dgm:prSet/>
      <dgm:spPr/>
      <dgm:t>
        <a:bodyPr/>
        <a:lstStyle/>
        <a:p>
          <a:endParaRPr lang="en-US"/>
        </a:p>
      </dgm:t>
    </dgm:pt>
    <dgm:pt modelId="{7C7FF71F-E25A-4E35-AA75-F8A6061D3D45}" type="sibTrans" cxnId="{70EDFAA7-588F-4373-8CF9-6754EF347A13}">
      <dgm:prSet/>
      <dgm:spPr/>
      <dgm:t>
        <a:bodyPr/>
        <a:lstStyle/>
        <a:p>
          <a:endParaRPr lang="en-US"/>
        </a:p>
      </dgm:t>
    </dgm:pt>
    <dgm:pt modelId="{489F04EB-92BD-4122-A10B-61579E8769FA}">
      <dgm:prSet phldrT="[Text]" phldr="0"/>
      <dgm:spPr/>
      <dgm:t>
        <a:bodyPr/>
        <a:lstStyle/>
        <a:p>
          <a:pPr rtl="0"/>
          <a:r>
            <a:rPr lang="en-US">
              <a:latin typeface="Gill Sans MT" panose="020B0502020104020203"/>
            </a:rPr>
            <a:t>Use Best Models</a:t>
          </a:r>
          <a:endParaRPr lang="en-US"/>
        </a:p>
      </dgm:t>
    </dgm:pt>
    <dgm:pt modelId="{2FDE1452-3E83-4C3C-ACAB-B39F598C7B9D}" type="parTrans" cxnId="{D5D7607A-B406-4D1A-8F91-0F7128F59E0F}">
      <dgm:prSet/>
      <dgm:spPr/>
      <dgm:t>
        <a:bodyPr/>
        <a:lstStyle/>
        <a:p>
          <a:endParaRPr lang="en-US"/>
        </a:p>
      </dgm:t>
    </dgm:pt>
    <dgm:pt modelId="{856ECE7E-7C37-4B19-8FEF-6190FF919F76}" type="sibTrans" cxnId="{D5D7607A-B406-4D1A-8F91-0F7128F59E0F}">
      <dgm:prSet/>
      <dgm:spPr/>
      <dgm:t>
        <a:bodyPr/>
        <a:lstStyle/>
        <a:p>
          <a:endParaRPr lang="en-US"/>
        </a:p>
      </dgm:t>
    </dgm:pt>
    <dgm:pt modelId="{724CCA8B-459F-4AAB-926E-7A7A06773303}">
      <dgm:prSet phldrT="[Text]" phldr="0"/>
      <dgm:spPr/>
      <dgm:t>
        <a:bodyPr/>
        <a:lstStyle/>
        <a:p>
          <a:pPr rtl="0"/>
          <a:r>
            <a:rPr lang="en-US">
              <a:latin typeface="Gill Sans MT" panose="020B0502020104020203"/>
            </a:rPr>
            <a:t>Random Forest</a:t>
          </a:r>
          <a:endParaRPr lang="en-US"/>
        </a:p>
      </dgm:t>
    </dgm:pt>
    <dgm:pt modelId="{4F468C90-5A1F-4590-AAA3-887E05DE57A5}" type="parTrans" cxnId="{B68A45C4-AEF1-4DA2-BBD1-3C44AF4CA4D0}">
      <dgm:prSet/>
      <dgm:spPr/>
      <dgm:t>
        <a:bodyPr/>
        <a:lstStyle/>
        <a:p>
          <a:endParaRPr lang="en-US"/>
        </a:p>
      </dgm:t>
    </dgm:pt>
    <dgm:pt modelId="{A40C21A4-3D66-4FAC-9B7D-F9F926D850DC}" type="sibTrans" cxnId="{B68A45C4-AEF1-4DA2-BBD1-3C44AF4CA4D0}">
      <dgm:prSet/>
      <dgm:spPr/>
      <dgm:t>
        <a:bodyPr/>
        <a:lstStyle/>
        <a:p>
          <a:endParaRPr lang="en-US"/>
        </a:p>
      </dgm:t>
    </dgm:pt>
    <dgm:pt modelId="{55C8FC23-C2E3-420E-96E8-E3429FAB71B0}">
      <dgm:prSet phldrT="[Text]" phldr="0"/>
      <dgm:spPr/>
      <dgm:t>
        <a:bodyPr/>
        <a:lstStyle/>
        <a:p>
          <a:r>
            <a:rPr lang="en-US" dirty="0">
              <a:latin typeface="Gill Sans MT" panose="020B0502020104020203"/>
            </a:rPr>
            <a:t>SVM</a:t>
          </a:r>
          <a:endParaRPr lang="en-US" dirty="0"/>
        </a:p>
      </dgm:t>
    </dgm:pt>
    <dgm:pt modelId="{946A0D50-B50A-4338-A986-18B0BB414A29}" type="parTrans" cxnId="{151F6C57-FBD9-4A51-A871-3B6A7E1F6102}">
      <dgm:prSet/>
      <dgm:spPr/>
      <dgm:t>
        <a:bodyPr/>
        <a:lstStyle/>
        <a:p>
          <a:endParaRPr lang="en-US"/>
        </a:p>
      </dgm:t>
    </dgm:pt>
    <dgm:pt modelId="{122B9F92-EDFE-4BA1-9747-E7D5EA978A7E}" type="sibTrans" cxnId="{151F6C57-FBD9-4A51-A871-3B6A7E1F6102}">
      <dgm:prSet/>
      <dgm:spPr/>
      <dgm:t>
        <a:bodyPr/>
        <a:lstStyle/>
        <a:p>
          <a:endParaRPr lang="en-US"/>
        </a:p>
      </dgm:t>
    </dgm:pt>
    <dgm:pt modelId="{AA4083E0-0BA1-4B4E-B7A7-21ED0E7E31BF}">
      <dgm:prSet phldrT="[Text]" phldr="0"/>
      <dgm:spPr/>
      <dgm:t>
        <a:bodyPr/>
        <a:lstStyle/>
        <a:p>
          <a:r>
            <a:rPr lang="en-US">
              <a:latin typeface="Gill Sans MT" panose="020B0502020104020203"/>
            </a:rPr>
            <a:t>Results</a:t>
          </a:r>
          <a:endParaRPr lang="en-US"/>
        </a:p>
      </dgm:t>
    </dgm:pt>
    <dgm:pt modelId="{EB2260F1-DA69-48E9-8A56-8E9131E796FC}" type="parTrans" cxnId="{FE0268FE-E6FC-4DD0-A7BF-8FE4C778579A}">
      <dgm:prSet/>
      <dgm:spPr/>
      <dgm:t>
        <a:bodyPr/>
        <a:lstStyle/>
        <a:p>
          <a:endParaRPr lang="en-US"/>
        </a:p>
      </dgm:t>
    </dgm:pt>
    <dgm:pt modelId="{17CC32E5-7618-4750-8721-1A8B9406AC62}" type="sibTrans" cxnId="{FE0268FE-E6FC-4DD0-A7BF-8FE4C778579A}">
      <dgm:prSet/>
      <dgm:spPr/>
      <dgm:t>
        <a:bodyPr/>
        <a:lstStyle/>
        <a:p>
          <a:endParaRPr lang="en-US"/>
        </a:p>
      </dgm:t>
    </dgm:pt>
    <dgm:pt modelId="{39455286-24DF-45A1-AA44-FEAC2014006F}">
      <dgm:prSet phldr="0"/>
      <dgm:spPr/>
      <dgm:t>
        <a:bodyPr/>
        <a:lstStyle/>
        <a:p>
          <a:pPr rtl="0"/>
          <a:r>
            <a:rPr lang="en-US" dirty="0">
              <a:latin typeface="Gill Sans MT" panose="020B0502020104020203"/>
            </a:rPr>
            <a:t>Raw data only</a:t>
          </a:r>
          <a:endParaRPr lang="en-US" dirty="0"/>
        </a:p>
      </dgm:t>
    </dgm:pt>
    <dgm:pt modelId="{6E8CA424-9EBC-40CC-93D9-71C227D85A53}" type="parTrans" cxnId="{6849F666-7803-40C3-8B89-C54D8C9464FD}">
      <dgm:prSet/>
      <dgm:spPr/>
    </dgm:pt>
    <dgm:pt modelId="{90D1B526-0CAA-42C1-9AD9-3E0895684EB4}" type="sibTrans" cxnId="{6849F666-7803-40C3-8B89-C54D8C9464FD}">
      <dgm:prSet/>
      <dgm:spPr/>
      <dgm:t>
        <a:bodyPr/>
        <a:lstStyle/>
        <a:p>
          <a:endParaRPr lang="en-US"/>
        </a:p>
      </dgm:t>
    </dgm:pt>
    <dgm:pt modelId="{287C28F2-EFBC-46D2-BBC9-1CB7BF64D6AA}">
      <dgm:prSet phldr="0"/>
      <dgm:spPr/>
      <dgm:t>
        <a:bodyPr/>
        <a:lstStyle/>
        <a:p>
          <a:pPr rtl="0"/>
          <a:r>
            <a:rPr lang="en-US">
              <a:latin typeface="Gill Sans MT" panose="020B0502020104020203"/>
            </a:rPr>
            <a:t>Generally not successful</a:t>
          </a:r>
        </a:p>
      </dgm:t>
    </dgm:pt>
    <dgm:pt modelId="{82BFBBB6-E707-4D47-BA62-795F2FD821DE}" type="parTrans" cxnId="{0E064F04-A4E6-46E0-A3DB-081C893222D6}">
      <dgm:prSet/>
      <dgm:spPr/>
    </dgm:pt>
    <dgm:pt modelId="{2765817C-61AE-4052-863E-EAA099E1EDBE}" type="sibTrans" cxnId="{0E064F04-A4E6-46E0-A3DB-081C893222D6}">
      <dgm:prSet/>
      <dgm:spPr/>
      <dgm:t>
        <a:bodyPr/>
        <a:lstStyle/>
        <a:p>
          <a:endParaRPr lang="en-US"/>
        </a:p>
      </dgm:t>
    </dgm:pt>
    <dgm:pt modelId="{4AAC28D3-A42F-4D5B-9022-40386C64A6E0}">
      <dgm:prSet phldr="0"/>
      <dgm:spPr/>
      <dgm:t>
        <a:bodyPr/>
        <a:lstStyle/>
        <a:p>
          <a:pPr rtl="0"/>
          <a:r>
            <a:rPr lang="en-US" dirty="0">
              <a:latin typeface="Gill Sans MT" panose="020B0502020104020203"/>
            </a:rPr>
            <a:t>~13% accuracy</a:t>
          </a:r>
        </a:p>
      </dgm:t>
    </dgm:pt>
    <dgm:pt modelId="{6E743FCB-34C0-448F-91A1-465D15E0BFAE}" type="parTrans" cxnId="{656EBDA5-67D5-4292-80A1-8656B835165E}">
      <dgm:prSet/>
      <dgm:spPr/>
    </dgm:pt>
    <dgm:pt modelId="{C708CE01-A0FC-4C62-BFDA-ADD78BFD73ED}" type="sibTrans" cxnId="{656EBDA5-67D5-4292-80A1-8656B835165E}">
      <dgm:prSet/>
      <dgm:spPr/>
      <dgm:t>
        <a:bodyPr/>
        <a:lstStyle/>
        <a:p>
          <a:endParaRPr lang="en-US"/>
        </a:p>
      </dgm:t>
    </dgm:pt>
    <dgm:pt modelId="{9C4EF6F0-EBF4-4A47-A355-EDDBD5132ED1}">
      <dgm:prSet phldr="0"/>
      <dgm:spPr/>
      <dgm:t>
        <a:bodyPr/>
        <a:lstStyle/>
        <a:p>
          <a:pPr rtl="0"/>
          <a:r>
            <a:rPr lang="en-US" dirty="0">
              <a:latin typeface="Gill Sans MT" panose="020B0502020104020203"/>
            </a:rPr>
            <a:t>Countries are different</a:t>
          </a:r>
        </a:p>
      </dgm:t>
    </dgm:pt>
    <dgm:pt modelId="{603FD558-74C1-4330-BBAE-3B049A99C401}" type="parTrans" cxnId="{BF2FCFC5-EBCE-4848-977A-6DEC75A14B11}">
      <dgm:prSet/>
      <dgm:spPr/>
    </dgm:pt>
    <dgm:pt modelId="{4ADAE1E2-1FF1-4E91-89FB-8ECF169F17DA}" type="sibTrans" cxnId="{BF2FCFC5-EBCE-4848-977A-6DEC75A14B11}">
      <dgm:prSet/>
      <dgm:spPr/>
    </dgm:pt>
    <dgm:pt modelId="{1AF9792B-7C6B-4EB9-965F-DC4C0B154036}">
      <dgm:prSet phldr="0"/>
      <dgm:spPr/>
      <dgm:t>
        <a:bodyPr/>
        <a:lstStyle/>
        <a:p>
          <a:pPr rtl="0"/>
          <a:r>
            <a:rPr lang="en-US" dirty="0">
              <a:latin typeface="Gill Sans MT" panose="020B0502020104020203"/>
            </a:rPr>
            <a:t>Analysis</a:t>
          </a:r>
        </a:p>
      </dgm:t>
    </dgm:pt>
    <dgm:pt modelId="{D5A1AE7A-03B2-4BBE-81E8-403FDED70126}" type="parTrans" cxnId="{E8582790-7F33-45DC-A832-573733C73B71}">
      <dgm:prSet/>
      <dgm:spPr/>
    </dgm:pt>
    <dgm:pt modelId="{0B4BA0A3-DD25-4CE4-B758-B16FF3EA9253}" type="sibTrans" cxnId="{E8582790-7F33-45DC-A832-573733C73B71}">
      <dgm:prSet/>
      <dgm:spPr/>
      <dgm:t>
        <a:bodyPr/>
        <a:lstStyle/>
        <a:p>
          <a:endParaRPr lang="en-US"/>
        </a:p>
      </dgm:t>
    </dgm:pt>
    <dgm:pt modelId="{F57672E2-771D-4602-8086-EE70009A0122}" type="pres">
      <dgm:prSet presAssocID="{FE114265-C0E1-4278-8819-4DEA7260A2AC}" presName="linearFlow" presStyleCnt="0">
        <dgm:presLayoutVars>
          <dgm:dir/>
          <dgm:animLvl val="lvl"/>
          <dgm:resizeHandles val="exact"/>
        </dgm:presLayoutVars>
      </dgm:prSet>
      <dgm:spPr/>
    </dgm:pt>
    <dgm:pt modelId="{31FFEC71-FC17-4552-918B-AA616430832B}" type="pres">
      <dgm:prSet presAssocID="{B3086082-1733-491C-80FD-7C241984FB13}" presName="composite" presStyleCnt="0"/>
      <dgm:spPr/>
    </dgm:pt>
    <dgm:pt modelId="{C1D84764-780E-4D22-B96B-0B6638A028D7}" type="pres">
      <dgm:prSet presAssocID="{B3086082-1733-491C-80FD-7C241984FB13}" presName="parTx" presStyleLbl="node1" presStyleIdx="0" presStyleCnt="4">
        <dgm:presLayoutVars>
          <dgm:chMax val="0"/>
          <dgm:chPref val="0"/>
          <dgm:bulletEnabled val="1"/>
        </dgm:presLayoutVars>
      </dgm:prSet>
      <dgm:spPr/>
    </dgm:pt>
    <dgm:pt modelId="{FA07BE95-C99E-4482-B4A9-4AEE5028565B}" type="pres">
      <dgm:prSet presAssocID="{B3086082-1733-491C-80FD-7C241984FB13}" presName="parSh" presStyleLbl="node1" presStyleIdx="0" presStyleCnt="4"/>
      <dgm:spPr/>
    </dgm:pt>
    <dgm:pt modelId="{18E965A1-9A88-45C9-A302-185CBF215099}" type="pres">
      <dgm:prSet presAssocID="{B3086082-1733-491C-80FD-7C241984FB13}" presName="desTx" presStyleLbl="fgAcc1" presStyleIdx="0" presStyleCnt="4">
        <dgm:presLayoutVars>
          <dgm:bulletEnabled val="1"/>
        </dgm:presLayoutVars>
      </dgm:prSet>
      <dgm:spPr/>
    </dgm:pt>
    <dgm:pt modelId="{5560C4CA-D59E-4988-9F93-82FDC9015F1D}" type="pres">
      <dgm:prSet presAssocID="{67DE25C5-7CFB-4FC2-89D2-E8E51F27285D}" presName="sibTrans" presStyleLbl="sibTrans2D1" presStyleIdx="0" presStyleCnt="3"/>
      <dgm:spPr/>
    </dgm:pt>
    <dgm:pt modelId="{F086F8AB-0E52-4AB8-9866-F1BD875DB223}" type="pres">
      <dgm:prSet presAssocID="{67DE25C5-7CFB-4FC2-89D2-E8E51F27285D}" presName="connTx" presStyleLbl="sibTrans2D1" presStyleIdx="0" presStyleCnt="3"/>
      <dgm:spPr/>
    </dgm:pt>
    <dgm:pt modelId="{2D91097B-7E34-4A54-8C80-0AD33386CB33}" type="pres">
      <dgm:prSet presAssocID="{489F04EB-92BD-4122-A10B-61579E8769FA}" presName="composite" presStyleCnt="0"/>
      <dgm:spPr/>
    </dgm:pt>
    <dgm:pt modelId="{C370F977-137C-4E75-BD1B-88FD0C20113C}" type="pres">
      <dgm:prSet presAssocID="{489F04EB-92BD-4122-A10B-61579E8769FA}" presName="parTx" presStyleLbl="node1" presStyleIdx="0" presStyleCnt="4">
        <dgm:presLayoutVars>
          <dgm:chMax val="0"/>
          <dgm:chPref val="0"/>
          <dgm:bulletEnabled val="1"/>
        </dgm:presLayoutVars>
      </dgm:prSet>
      <dgm:spPr/>
    </dgm:pt>
    <dgm:pt modelId="{1617624B-3388-4D79-81CB-4EB32B0F4250}" type="pres">
      <dgm:prSet presAssocID="{489F04EB-92BD-4122-A10B-61579E8769FA}" presName="parSh" presStyleLbl="node1" presStyleIdx="1" presStyleCnt="4"/>
      <dgm:spPr/>
    </dgm:pt>
    <dgm:pt modelId="{A9B018B2-DF79-4316-A984-B978D1497695}" type="pres">
      <dgm:prSet presAssocID="{489F04EB-92BD-4122-A10B-61579E8769FA}" presName="desTx" presStyleLbl="fgAcc1" presStyleIdx="1" presStyleCnt="4">
        <dgm:presLayoutVars>
          <dgm:bulletEnabled val="1"/>
        </dgm:presLayoutVars>
      </dgm:prSet>
      <dgm:spPr/>
    </dgm:pt>
    <dgm:pt modelId="{32EC5FB4-335A-46D2-8383-629CEE64CBCF}" type="pres">
      <dgm:prSet presAssocID="{856ECE7E-7C37-4B19-8FEF-6190FF919F76}" presName="sibTrans" presStyleLbl="sibTrans2D1" presStyleIdx="1" presStyleCnt="3"/>
      <dgm:spPr/>
    </dgm:pt>
    <dgm:pt modelId="{02CD36CB-8740-43BC-852D-BB014D0C2F22}" type="pres">
      <dgm:prSet presAssocID="{856ECE7E-7C37-4B19-8FEF-6190FF919F76}" presName="connTx" presStyleLbl="sibTrans2D1" presStyleIdx="1" presStyleCnt="3"/>
      <dgm:spPr/>
    </dgm:pt>
    <dgm:pt modelId="{E4FE2E99-EB18-463D-9B2D-A61064E026B6}" type="pres">
      <dgm:prSet presAssocID="{AA4083E0-0BA1-4B4E-B7A7-21ED0E7E31BF}" presName="composite" presStyleCnt="0"/>
      <dgm:spPr/>
    </dgm:pt>
    <dgm:pt modelId="{B3DAF56E-1694-47C3-82FF-8C6D7986F253}" type="pres">
      <dgm:prSet presAssocID="{AA4083E0-0BA1-4B4E-B7A7-21ED0E7E31BF}" presName="parTx" presStyleLbl="node1" presStyleIdx="1" presStyleCnt="4">
        <dgm:presLayoutVars>
          <dgm:chMax val="0"/>
          <dgm:chPref val="0"/>
          <dgm:bulletEnabled val="1"/>
        </dgm:presLayoutVars>
      </dgm:prSet>
      <dgm:spPr/>
    </dgm:pt>
    <dgm:pt modelId="{6E6F15FE-10E7-4159-8C9C-490A7DDAF80E}" type="pres">
      <dgm:prSet presAssocID="{AA4083E0-0BA1-4B4E-B7A7-21ED0E7E31BF}" presName="parSh" presStyleLbl="node1" presStyleIdx="2" presStyleCnt="4"/>
      <dgm:spPr/>
    </dgm:pt>
    <dgm:pt modelId="{ABD80AE1-91EB-43F3-A8B3-9DE929AE7705}" type="pres">
      <dgm:prSet presAssocID="{AA4083E0-0BA1-4B4E-B7A7-21ED0E7E31BF}" presName="desTx" presStyleLbl="fgAcc1" presStyleIdx="2" presStyleCnt="4">
        <dgm:presLayoutVars>
          <dgm:bulletEnabled val="1"/>
        </dgm:presLayoutVars>
      </dgm:prSet>
      <dgm:spPr/>
    </dgm:pt>
    <dgm:pt modelId="{FD3EB7AC-1938-4FF0-A2CE-8E0E5EDADE56}" type="pres">
      <dgm:prSet presAssocID="{17CC32E5-7618-4750-8721-1A8B9406AC62}" presName="sibTrans" presStyleLbl="sibTrans2D1" presStyleIdx="2" presStyleCnt="3"/>
      <dgm:spPr/>
    </dgm:pt>
    <dgm:pt modelId="{8791CC9F-95E7-4E0D-A658-AD69CB8A377A}" type="pres">
      <dgm:prSet presAssocID="{17CC32E5-7618-4750-8721-1A8B9406AC62}" presName="connTx" presStyleLbl="sibTrans2D1" presStyleIdx="2" presStyleCnt="3"/>
      <dgm:spPr/>
    </dgm:pt>
    <dgm:pt modelId="{722F37C4-C11E-453D-B1D7-2078D04D0603}" type="pres">
      <dgm:prSet presAssocID="{1AF9792B-7C6B-4EB9-965F-DC4C0B154036}" presName="composite" presStyleCnt="0"/>
      <dgm:spPr/>
    </dgm:pt>
    <dgm:pt modelId="{0FFBB650-8748-4F85-A071-EF87E614F2BA}" type="pres">
      <dgm:prSet presAssocID="{1AF9792B-7C6B-4EB9-965F-DC4C0B154036}" presName="parTx" presStyleLbl="node1" presStyleIdx="2" presStyleCnt="4">
        <dgm:presLayoutVars>
          <dgm:chMax val="0"/>
          <dgm:chPref val="0"/>
          <dgm:bulletEnabled val="1"/>
        </dgm:presLayoutVars>
      </dgm:prSet>
      <dgm:spPr/>
    </dgm:pt>
    <dgm:pt modelId="{FCE9BF7D-21DA-49B3-898D-2813C2396C39}" type="pres">
      <dgm:prSet presAssocID="{1AF9792B-7C6B-4EB9-965F-DC4C0B154036}" presName="parSh" presStyleLbl="node1" presStyleIdx="3" presStyleCnt="4"/>
      <dgm:spPr/>
    </dgm:pt>
    <dgm:pt modelId="{21AF224B-D423-415B-A84B-728FA511924C}" type="pres">
      <dgm:prSet presAssocID="{1AF9792B-7C6B-4EB9-965F-DC4C0B154036}" presName="desTx" presStyleLbl="fgAcc1" presStyleIdx="3" presStyleCnt="4">
        <dgm:presLayoutVars>
          <dgm:bulletEnabled val="1"/>
        </dgm:presLayoutVars>
      </dgm:prSet>
      <dgm:spPr/>
    </dgm:pt>
  </dgm:ptLst>
  <dgm:cxnLst>
    <dgm:cxn modelId="{0E064F04-A4E6-46E0-A3DB-081C893222D6}" srcId="{AA4083E0-0BA1-4B4E-B7A7-21ED0E7E31BF}" destId="{287C28F2-EFBC-46D2-BBC9-1CB7BF64D6AA}" srcOrd="0" destOrd="0" parTransId="{82BFBBB6-E707-4D47-BA62-795F2FD821DE}" sibTransId="{2765817C-61AE-4052-863E-EAA099E1EDBE}"/>
    <dgm:cxn modelId="{AB94350C-8793-477D-9917-90001C1879A1}" type="presOf" srcId="{4AAC28D3-A42F-4D5B-9022-40386C64A6E0}" destId="{ABD80AE1-91EB-43F3-A8B3-9DE929AE7705}" srcOrd="0" destOrd="1" presId="urn:microsoft.com/office/officeart/2005/8/layout/process3"/>
    <dgm:cxn modelId="{3AA20E17-DAB1-488D-B887-2713DC39C34D}" type="presOf" srcId="{55C8FC23-C2E3-420E-96E8-E3429FAB71B0}" destId="{A9B018B2-DF79-4316-A984-B978D1497695}" srcOrd="0" destOrd="1" presId="urn:microsoft.com/office/officeart/2005/8/layout/process3"/>
    <dgm:cxn modelId="{D1C7981B-B14A-4011-B9C7-5F9956004363}" type="presOf" srcId="{287C28F2-EFBC-46D2-BBC9-1CB7BF64D6AA}" destId="{ABD80AE1-91EB-43F3-A8B3-9DE929AE7705}" srcOrd="0" destOrd="0" presId="urn:microsoft.com/office/officeart/2005/8/layout/process3"/>
    <dgm:cxn modelId="{780B6A2A-8BF5-40C9-A98E-61D5443179C9}" type="presOf" srcId="{D3E3A4DF-6F6E-4E3E-9801-0D86823A52EE}" destId="{18E965A1-9A88-45C9-A302-185CBF215099}" srcOrd="0" destOrd="0" presId="urn:microsoft.com/office/officeart/2005/8/layout/process3"/>
    <dgm:cxn modelId="{7D164531-F752-4129-9F50-7F5C6AF0596F}" type="presOf" srcId="{AA4083E0-0BA1-4B4E-B7A7-21ED0E7E31BF}" destId="{B3DAF56E-1694-47C3-82FF-8C6D7986F253}" srcOrd="0" destOrd="0" presId="urn:microsoft.com/office/officeart/2005/8/layout/process3"/>
    <dgm:cxn modelId="{C5BC6A31-7C79-4401-A4C5-05A1CCAB1F24}" type="presOf" srcId="{17CC32E5-7618-4750-8721-1A8B9406AC62}" destId="{8791CC9F-95E7-4E0D-A658-AD69CB8A377A}" srcOrd="1" destOrd="0" presId="urn:microsoft.com/office/officeart/2005/8/layout/process3"/>
    <dgm:cxn modelId="{60371033-B364-47A5-96F8-C05B96A737BB}" type="presOf" srcId="{489F04EB-92BD-4122-A10B-61579E8769FA}" destId="{1617624B-3388-4D79-81CB-4EB32B0F4250}" srcOrd="1" destOrd="0" presId="urn:microsoft.com/office/officeart/2005/8/layout/process3"/>
    <dgm:cxn modelId="{28049660-A4E3-4CFC-BFF8-1F68ACD2EAF0}" type="presOf" srcId="{856ECE7E-7C37-4B19-8FEF-6190FF919F76}" destId="{32EC5FB4-335A-46D2-8383-629CEE64CBCF}" srcOrd="0" destOrd="0" presId="urn:microsoft.com/office/officeart/2005/8/layout/process3"/>
    <dgm:cxn modelId="{03CF5D65-776A-4019-B7A3-165739CB1199}" type="presOf" srcId="{FE114265-C0E1-4278-8819-4DEA7260A2AC}" destId="{F57672E2-771D-4602-8086-EE70009A0122}" srcOrd="0" destOrd="0" presId="urn:microsoft.com/office/officeart/2005/8/layout/process3"/>
    <dgm:cxn modelId="{3BFCBF66-9BBB-4422-A81D-A8C3E470022C}" type="presOf" srcId="{AA4083E0-0BA1-4B4E-B7A7-21ED0E7E31BF}" destId="{6E6F15FE-10E7-4159-8C9C-490A7DDAF80E}" srcOrd="1" destOrd="0" presId="urn:microsoft.com/office/officeart/2005/8/layout/process3"/>
    <dgm:cxn modelId="{6849F666-7803-40C3-8B89-C54D8C9464FD}" srcId="{B3086082-1733-491C-80FD-7C241984FB13}" destId="{39455286-24DF-45A1-AA44-FEAC2014006F}" srcOrd="1" destOrd="0" parTransId="{6E8CA424-9EBC-40CC-93D9-71C227D85A53}" sibTransId="{90D1B526-0CAA-42C1-9AD9-3E0895684EB4}"/>
    <dgm:cxn modelId="{FEF0274A-9493-4183-83E3-E0BEC285CA58}" type="presOf" srcId="{1AF9792B-7C6B-4EB9-965F-DC4C0B154036}" destId="{FCE9BF7D-21DA-49B3-898D-2813C2396C39}" srcOrd="1" destOrd="0" presId="urn:microsoft.com/office/officeart/2005/8/layout/process3"/>
    <dgm:cxn modelId="{7A025C52-1B3E-4108-A6DB-31C1FCFA7D70}" type="presOf" srcId="{B3086082-1733-491C-80FD-7C241984FB13}" destId="{C1D84764-780E-4D22-B96B-0B6638A028D7}" srcOrd="0" destOrd="0" presId="urn:microsoft.com/office/officeart/2005/8/layout/process3"/>
    <dgm:cxn modelId="{151F6C57-FBD9-4A51-A871-3B6A7E1F6102}" srcId="{489F04EB-92BD-4122-A10B-61579E8769FA}" destId="{55C8FC23-C2E3-420E-96E8-E3429FAB71B0}" srcOrd="1" destOrd="0" parTransId="{946A0D50-B50A-4338-A986-18B0BB414A29}" sibTransId="{122B9F92-EDFE-4BA1-9747-E7D5EA978A7E}"/>
    <dgm:cxn modelId="{D5D7607A-B406-4D1A-8F91-0F7128F59E0F}" srcId="{FE114265-C0E1-4278-8819-4DEA7260A2AC}" destId="{489F04EB-92BD-4122-A10B-61579E8769FA}" srcOrd="1" destOrd="0" parTransId="{2FDE1452-3E83-4C3C-ACAB-B39F598C7B9D}" sibTransId="{856ECE7E-7C37-4B19-8FEF-6190FF919F76}"/>
    <dgm:cxn modelId="{F900778D-A946-4C7B-9447-E9BEF068DA51}" type="presOf" srcId="{67DE25C5-7CFB-4FC2-89D2-E8E51F27285D}" destId="{5560C4CA-D59E-4988-9F93-82FDC9015F1D}" srcOrd="0" destOrd="0" presId="urn:microsoft.com/office/officeart/2005/8/layout/process3"/>
    <dgm:cxn modelId="{E8582790-7F33-45DC-A832-573733C73B71}" srcId="{FE114265-C0E1-4278-8819-4DEA7260A2AC}" destId="{1AF9792B-7C6B-4EB9-965F-DC4C0B154036}" srcOrd="3" destOrd="0" parTransId="{D5A1AE7A-03B2-4BBE-81E8-403FDED70126}" sibTransId="{0B4BA0A3-DD25-4CE4-B758-B16FF3EA9253}"/>
    <dgm:cxn modelId="{C155E39C-D737-4235-9C46-3776313DD157}" type="presOf" srcId="{B3086082-1733-491C-80FD-7C241984FB13}" destId="{FA07BE95-C99E-4482-B4A9-4AEE5028565B}" srcOrd="1" destOrd="0" presId="urn:microsoft.com/office/officeart/2005/8/layout/process3"/>
    <dgm:cxn modelId="{6E8B1BA0-2DCB-46DA-B932-6E0B1FF1CDCC}" type="presOf" srcId="{1AF9792B-7C6B-4EB9-965F-DC4C0B154036}" destId="{0FFBB650-8748-4F85-A071-EF87E614F2BA}" srcOrd="0" destOrd="0" presId="urn:microsoft.com/office/officeart/2005/8/layout/process3"/>
    <dgm:cxn modelId="{AA2EB4A0-5696-4E73-8E4E-FBAAEEF19522}" type="presOf" srcId="{489F04EB-92BD-4122-A10B-61579E8769FA}" destId="{C370F977-137C-4E75-BD1B-88FD0C20113C}" srcOrd="0" destOrd="0" presId="urn:microsoft.com/office/officeart/2005/8/layout/process3"/>
    <dgm:cxn modelId="{656EBDA5-67D5-4292-80A1-8656B835165E}" srcId="{AA4083E0-0BA1-4B4E-B7A7-21ED0E7E31BF}" destId="{4AAC28D3-A42F-4D5B-9022-40386C64A6E0}" srcOrd="1" destOrd="0" parTransId="{6E743FCB-34C0-448F-91A1-465D15E0BFAE}" sibTransId="{C708CE01-A0FC-4C62-BFDA-ADD78BFD73ED}"/>
    <dgm:cxn modelId="{70EDFAA7-588F-4373-8CF9-6754EF347A13}" srcId="{B3086082-1733-491C-80FD-7C241984FB13}" destId="{D3E3A4DF-6F6E-4E3E-9801-0D86823A52EE}" srcOrd="0" destOrd="0" parTransId="{1BD93F83-B5D3-4B2F-87A7-32F3509C851B}" sibTransId="{7C7FF71F-E25A-4E35-AA75-F8A6061D3D45}"/>
    <dgm:cxn modelId="{7036E1BD-69DB-4D85-B699-1275A011D89C}" type="presOf" srcId="{67DE25C5-7CFB-4FC2-89D2-E8E51F27285D}" destId="{F086F8AB-0E52-4AB8-9866-F1BD875DB223}" srcOrd="1" destOrd="0" presId="urn:microsoft.com/office/officeart/2005/8/layout/process3"/>
    <dgm:cxn modelId="{C5F1C9C3-74DC-416D-B279-C754BC801BAA}" type="presOf" srcId="{724CCA8B-459F-4AAB-926E-7A7A06773303}" destId="{A9B018B2-DF79-4316-A984-B978D1497695}" srcOrd="0" destOrd="0" presId="urn:microsoft.com/office/officeart/2005/8/layout/process3"/>
    <dgm:cxn modelId="{B68A45C4-AEF1-4DA2-BBD1-3C44AF4CA4D0}" srcId="{489F04EB-92BD-4122-A10B-61579E8769FA}" destId="{724CCA8B-459F-4AAB-926E-7A7A06773303}" srcOrd="0" destOrd="0" parTransId="{4F468C90-5A1F-4590-AAA3-887E05DE57A5}" sibTransId="{A40C21A4-3D66-4FAC-9B7D-F9F926D850DC}"/>
    <dgm:cxn modelId="{BF2FCFC5-EBCE-4848-977A-6DEC75A14B11}" srcId="{1AF9792B-7C6B-4EB9-965F-DC4C0B154036}" destId="{9C4EF6F0-EBF4-4A47-A355-EDDBD5132ED1}" srcOrd="0" destOrd="0" parTransId="{603FD558-74C1-4330-BBAE-3B049A99C401}" sibTransId="{4ADAE1E2-1FF1-4E91-89FB-8ECF169F17DA}"/>
    <dgm:cxn modelId="{3354CAD7-D5DD-4CB1-9558-4C1B4B0E74C7}" type="presOf" srcId="{9C4EF6F0-EBF4-4A47-A355-EDDBD5132ED1}" destId="{21AF224B-D423-415B-A84B-728FA511924C}" srcOrd="0" destOrd="0" presId="urn:microsoft.com/office/officeart/2005/8/layout/process3"/>
    <dgm:cxn modelId="{A832DBF2-73BE-464C-AF5E-B67022597AF9}" srcId="{FE114265-C0E1-4278-8819-4DEA7260A2AC}" destId="{B3086082-1733-491C-80FD-7C241984FB13}" srcOrd="0" destOrd="0" parTransId="{16B27608-DB39-4034-B4A3-3548385BC93C}" sibTransId="{67DE25C5-7CFB-4FC2-89D2-E8E51F27285D}"/>
    <dgm:cxn modelId="{B6A5E1F2-AFAB-4F47-BFAA-C6E7144E320E}" type="presOf" srcId="{39455286-24DF-45A1-AA44-FEAC2014006F}" destId="{18E965A1-9A88-45C9-A302-185CBF215099}" srcOrd="0" destOrd="1" presId="urn:microsoft.com/office/officeart/2005/8/layout/process3"/>
    <dgm:cxn modelId="{A309F4F6-2FA8-49B7-89AA-DFB22A585765}" type="presOf" srcId="{17CC32E5-7618-4750-8721-1A8B9406AC62}" destId="{FD3EB7AC-1938-4FF0-A2CE-8E0E5EDADE56}" srcOrd="0" destOrd="0" presId="urn:microsoft.com/office/officeart/2005/8/layout/process3"/>
    <dgm:cxn modelId="{FE0268FE-E6FC-4DD0-A7BF-8FE4C778579A}" srcId="{FE114265-C0E1-4278-8819-4DEA7260A2AC}" destId="{AA4083E0-0BA1-4B4E-B7A7-21ED0E7E31BF}" srcOrd="2" destOrd="0" parTransId="{EB2260F1-DA69-48E9-8A56-8E9131E796FC}" sibTransId="{17CC32E5-7618-4750-8721-1A8B9406AC62}"/>
    <dgm:cxn modelId="{3B827FFF-2CB7-4C8A-AE9D-818DC21F9F51}" type="presOf" srcId="{856ECE7E-7C37-4B19-8FEF-6190FF919F76}" destId="{02CD36CB-8740-43BC-852D-BB014D0C2F22}" srcOrd="1" destOrd="0" presId="urn:microsoft.com/office/officeart/2005/8/layout/process3"/>
    <dgm:cxn modelId="{3A416F13-32BF-45D4-8DAF-BB167259FE2E}" type="presParOf" srcId="{F57672E2-771D-4602-8086-EE70009A0122}" destId="{31FFEC71-FC17-4552-918B-AA616430832B}" srcOrd="0" destOrd="0" presId="urn:microsoft.com/office/officeart/2005/8/layout/process3"/>
    <dgm:cxn modelId="{0C0CAD84-839D-4634-B65B-260E7C65972E}" type="presParOf" srcId="{31FFEC71-FC17-4552-918B-AA616430832B}" destId="{C1D84764-780E-4D22-B96B-0B6638A028D7}" srcOrd="0" destOrd="0" presId="urn:microsoft.com/office/officeart/2005/8/layout/process3"/>
    <dgm:cxn modelId="{0E717493-0EA7-4E06-947E-F31D330FF082}" type="presParOf" srcId="{31FFEC71-FC17-4552-918B-AA616430832B}" destId="{FA07BE95-C99E-4482-B4A9-4AEE5028565B}" srcOrd="1" destOrd="0" presId="urn:microsoft.com/office/officeart/2005/8/layout/process3"/>
    <dgm:cxn modelId="{EB5D4543-3C75-4794-86C6-2298FB9F95E0}" type="presParOf" srcId="{31FFEC71-FC17-4552-918B-AA616430832B}" destId="{18E965A1-9A88-45C9-A302-185CBF215099}" srcOrd="2" destOrd="0" presId="urn:microsoft.com/office/officeart/2005/8/layout/process3"/>
    <dgm:cxn modelId="{F744FA5F-5D14-4C3B-B22F-D32B0CE4C061}" type="presParOf" srcId="{F57672E2-771D-4602-8086-EE70009A0122}" destId="{5560C4CA-D59E-4988-9F93-82FDC9015F1D}" srcOrd="1" destOrd="0" presId="urn:microsoft.com/office/officeart/2005/8/layout/process3"/>
    <dgm:cxn modelId="{F999E837-249C-4C43-A0E4-F742C503B209}" type="presParOf" srcId="{5560C4CA-D59E-4988-9F93-82FDC9015F1D}" destId="{F086F8AB-0E52-4AB8-9866-F1BD875DB223}" srcOrd="0" destOrd="0" presId="urn:microsoft.com/office/officeart/2005/8/layout/process3"/>
    <dgm:cxn modelId="{C318B57E-02B2-488D-8181-FECEE487ADE9}" type="presParOf" srcId="{F57672E2-771D-4602-8086-EE70009A0122}" destId="{2D91097B-7E34-4A54-8C80-0AD33386CB33}" srcOrd="2" destOrd="0" presId="urn:microsoft.com/office/officeart/2005/8/layout/process3"/>
    <dgm:cxn modelId="{0DD477B2-9647-4570-9A88-218BC0EBA39E}" type="presParOf" srcId="{2D91097B-7E34-4A54-8C80-0AD33386CB33}" destId="{C370F977-137C-4E75-BD1B-88FD0C20113C}" srcOrd="0" destOrd="0" presId="urn:microsoft.com/office/officeart/2005/8/layout/process3"/>
    <dgm:cxn modelId="{ADF29581-2FB6-44E0-B9F3-557F2561C620}" type="presParOf" srcId="{2D91097B-7E34-4A54-8C80-0AD33386CB33}" destId="{1617624B-3388-4D79-81CB-4EB32B0F4250}" srcOrd="1" destOrd="0" presId="urn:microsoft.com/office/officeart/2005/8/layout/process3"/>
    <dgm:cxn modelId="{554056A1-F006-4F83-8CCB-49D406E75AA2}" type="presParOf" srcId="{2D91097B-7E34-4A54-8C80-0AD33386CB33}" destId="{A9B018B2-DF79-4316-A984-B978D1497695}" srcOrd="2" destOrd="0" presId="urn:microsoft.com/office/officeart/2005/8/layout/process3"/>
    <dgm:cxn modelId="{5DBDF1D4-5FBA-4E5D-9ECE-0E89E54D3539}" type="presParOf" srcId="{F57672E2-771D-4602-8086-EE70009A0122}" destId="{32EC5FB4-335A-46D2-8383-629CEE64CBCF}" srcOrd="3" destOrd="0" presId="urn:microsoft.com/office/officeart/2005/8/layout/process3"/>
    <dgm:cxn modelId="{9B07E27C-D50F-4F00-9337-615FA4C2B1D9}" type="presParOf" srcId="{32EC5FB4-335A-46D2-8383-629CEE64CBCF}" destId="{02CD36CB-8740-43BC-852D-BB014D0C2F22}" srcOrd="0" destOrd="0" presId="urn:microsoft.com/office/officeart/2005/8/layout/process3"/>
    <dgm:cxn modelId="{B564888F-AF60-41A2-BA2F-BFB3EA7E66FB}" type="presParOf" srcId="{F57672E2-771D-4602-8086-EE70009A0122}" destId="{E4FE2E99-EB18-463D-9B2D-A61064E026B6}" srcOrd="4" destOrd="0" presId="urn:microsoft.com/office/officeart/2005/8/layout/process3"/>
    <dgm:cxn modelId="{130DC7EA-9307-45FA-B7C4-80754A70128F}" type="presParOf" srcId="{E4FE2E99-EB18-463D-9B2D-A61064E026B6}" destId="{B3DAF56E-1694-47C3-82FF-8C6D7986F253}" srcOrd="0" destOrd="0" presId="urn:microsoft.com/office/officeart/2005/8/layout/process3"/>
    <dgm:cxn modelId="{A95556C3-7CEF-4F06-B532-67B76DC731A4}" type="presParOf" srcId="{E4FE2E99-EB18-463D-9B2D-A61064E026B6}" destId="{6E6F15FE-10E7-4159-8C9C-490A7DDAF80E}" srcOrd="1" destOrd="0" presId="urn:microsoft.com/office/officeart/2005/8/layout/process3"/>
    <dgm:cxn modelId="{21A9FAC7-A6CD-4541-86FF-D10F6BFFFEAC}" type="presParOf" srcId="{E4FE2E99-EB18-463D-9B2D-A61064E026B6}" destId="{ABD80AE1-91EB-43F3-A8B3-9DE929AE7705}" srcOrd="2" destOrd="0" presId="urn:microsoft.com/office/officeart/2005/8/layout/process3"/>
    <dgm:cxn modelId="{CDF4FE31-C539-43F1-B8C2-7C52CF8FF636}" type="presParOf" srcId="{F57672E2-771D-4602-8086-EE70009A0122}" destId="{FD3EB7AC-1938-4FF0-A2CE-8E0E5EDADE56}" srcOrd="5" destOrd="0" presId="urn:microsoft.com/office/officeart/2005/8/layout/process3"/>
    <dgm:cxn modelId="{E97A46A3-B454-4B56-A1C2-6C821BE2FE8A}" type="presParOf" srcId="{FD3EB7AC-1938-4FF0-A2CE-8E0E5EDADE56}" destId="{8791CC9F-95E7-4E0D-A658-AD69CB8A377A}" srcOrd="0" destOrd="0" presId="urn:microsoft.com/office/officeart/2005/8/layout/process3"/>
    <dgm:cxn modelId="{8B0238B9-DEB9-4598-B8D7-D35887EA27B5}" type="presParOf" srcId="{F57672E2-771D-4602-8086-EE70009A0122}" destId="{722F37C4-C11E-453D-B1D7-2078D04D0603}" srcOrd="6" destOrd="0" presId="urn:microsoft.com/office/officeart/2005/8/layout/process3"/>
    <dgm:cxn modelId="{C626F64B-D23F-4D78-A758-DBD069D0EDAB}" type="presParOf" srcId="{722F37C4-C11E-453D-B1D7-2078D04D0603}" destId="{0FFBB650-8748-4F85-A071-EF87E614F2BA}" srcOrd="0" destOrd="0" presId="urn:microsoft.com/office/officeart/2005/8/layout/process3"/>
    <dgm:cxn modelId="{67CC66FC-EFA7-41F8-8C1B-08455A870F8E}" type="presParOf" srcId="{722F37C4-C11E-453D-B1D7-2078D04D0603}" destId="{FCE9BF7D-21DA-49B3-898D-2813C2396C39}" srcOrd="1" destOrd="0" presId="urn:microsoft.com/office/officeart/2005/8/layout/process3"/>
    <dgm:cxn modelId="{988782A9-DDBA-4108-BC70-9C717042053D}" type="presParOf" srcId="{722F37C4-C11E-453D-B1D7-2078D04D0603}" destId="{21AF224B-D423-415B-A84B-728FA511924C}"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DCD305-71C8-4A2A-8B92-8A760DD415BC}">
      <dsp:nvSpPr>
        <dsp:cNvPr id="0" name=""/>
        <dsp:cNvSpPr/>
      </dsp:nvSpPr>
      <dsp:spPr>
        <a:xfrm>
          <a:off x="533165" y="464"/>
          <a:ext cx="1672286" cy="41807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latin typeface="Gill Sans MT" panose="020B0502020104020203"/>
            </a:rPr>
            <a:t>Macroeconomic</a:t>
          </a:r>
          <a:endParaRPr lang="en-US" sz="1900" kern="1200"/>
        </a:p>
      </dsp:txBody>
      <dsp:txXfrm>
        <a:off x="545410" y="12709"/>
        <a:ext cx="1647796" cy="393581"/>
      </dsp:txXfrm>
    </dsp:sp>
    <dsp:sp modelId="{97FFDDEE-C452-417D-A2E0-6D2BA26C4B10}">
      <dsp:nvSpPr>
        <dsp:cNvPr id="0" name=""/>
        <dsp:cNvSpPr/>
      </dsp:nvSpPr>
      <dsp:spPr>
        <a:xfrm rot="5400000">
          <a:off x="1332727" y="455117"/>
          <a:ext cx="73162" cy="7316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6776F6F-A27B-4D55-A0FA-16B345D7306B}">
      <dsp:nvSpPr>
        <dsp:cNvPr id="0" name=""/>
        <dsp:cNvSpPr/>
      </dsp:nvSpPr>
      <dsp:spPr>
        <a:xfrm>
          <a:off x="533165" y="564861"/>
          <a:ext cx="1672286" cy="418071"/>
        </a:xfrm>
        <a:prstGeom prst="roundRect">
          <a:avLst>
            <a:gd name="adj" fmla="val 1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Gill Sans MT" panose="020B0502020104020203"/>
            </a:rPr>
            <a:t>Yield Curve (10 Year – 2 Year)</a:t>
          </a:r>
          <a:endParaRPr lang="en-US" sz="1300" kern="1200"/>
        </a:p>
      </dsp:txBody>
      <dsp:txXfrm>
        <a:off x="545410" y="577106"/>
        <a:ext cx="1647796" cy="393581"/>
      </dsp:txXfrm>
    </dsp:sp>
    <dsp:sp modelId="{912629D2-94BE-4E84-AAB5-69ECAAFA1AD4}">
      <dsp:nvSpPr>
        <dsp:cNvPr id="0" name=""/>
        <dsp:cNvSpPr/>
      </dsp:nvSpPr>
      <dsp:spPr>
        <a:xfrm rot="5400000">
          <a:off x="1332727" y="1019514"/>
          <a:ext cx="73162" cy="7316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F647216-B515-4AB4-BE46-705F7EA08305}">
      <dsp:nvSpPr>
        <dsp:cNvPr id="0" name=""/>
        <dsp:cNvSpPr/>
      </dsp:nvSpPr>
      <dsp:spPr>
        <a:xfrm>
          <a:off x="533165" y="1129257"/>
          <a:ext cx="1672286" cy="418071"/>
        </a:xfrm>
        <a:prstGeom prst="roundRect">
          <a:avLst>
            <a:gd name="adj" fmla="val 1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a:latin typeface="Gill Sans MT" panose="020B0502020104020203"/>
            </a:rPr>
            <a:t>GDP</a:t>
          </a:r>
          <a:endParaRPr lang="en-US" sz="1300" kern="1200"/>
        </a:p>
      </dsp:txBody>
      <dsp:txXfrm>
        <a:off x="545410" y="1141502"/>
        <a:ext cx="1647796" cy="393581"/>
      </dsp:txXfrm>
    </dsp:sp>
    <dsp:sp modelId="{6B528D6E-CDB0-4C11-8EE6-B47C54D81C35}">
      <dsp:nvSpPr>
        <dsp:cNvPr id="0" name=""/>
        <dsp:cNvSpPr/>
      </dsp:nvSpPr>
      <dsp:spPr>
        <a:xfrm rot="5400000">
          <a:off x="1332727" y="1583910"/>
          <a:ext cx="73162" cy="7316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F204474-4173-4C8D-8C3A-48C523370457}">
      <dsp:nvSpPr>
        <dsp:cNvPr id="0" name=""/>
        <dsp:cNvSpPr/>
      </dsp:nvSpPr>
      <dsp:spPr>
        <a:xfrm>
          <a:off x="533165" y="1693654"/>
          <a:ext cx="1672286" cy="418071"/>
        </a:xfrm>
        <a:prstGeom prst="roundRect">
          <a:avLst>
            <a:gd name="adj" fmla="val 1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rtl="0">
            <a:lnSpc>
              <a:spcPct val="90000"/>
            </a:lnSpc>
            <a:spcBef>
              <a:spcPct val="0"/>
            </a:spcBef>
            <a:spcAft>
              <a:spcPct val="35000"/>
            </a:spcAft>
            <a:buNone/>
          </a:pPr>
          <a:r>
            <a:rPr lang="en-US" sz="1300" kern="1200" dirty="0">
              <a:latin typeface="Gill Sans MT" panose="020B0502020104020203"/>
            </a:rPr>
            <a:t>Unemployment</a:t>
          </a:r>
        </a:p>
      </dsp:txBody>
      <dsp:txXfrm>
        <a:off x="545410" y="1705899"/>
        <a:ext cx="1647796" cy="393581"/>
      </dsp:txXfrm>
    </dsp:sp>
    <dsp:sp modelId="{941C35F4-8D85-4924-A110-E4BC54F6072F}">
      <dsp:nvSpPr>
        <dsp:cNvPr id="0" name=""/>
        <dsp:cNvSpPr/>
      </dsp:nvSpPr>
      <dsp:spPr>
        <a:xfrm rot="5400000">
          <a:off x="1332727" y="2148307"/>
          <a:ext cx="73162" cy="7316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B106222-28D6-44F4-9EA8-C280C6F38297}">
      <dsp:nvSpPr>
        <dsp:cNvPr id="0" name=""/>
        <dsp:cNvSpPr/>
      </dsp:nvSpPr>
      <dsp:spPr>
        <a:xfrm>
          <a:off x="533165" y="2258051"/>
          <a:ext cx="1672286" cy="418071"/>
        </a:xfrm>
        <a:prstGeom prst="roundRect">
          <a:avLst>
            <a:gd name="adj" fmla="val 1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rtl="0">
            <a:lnSpc>
              <a:spcPct val="90000"/>
            </a:lnSpc>
            <a:spcBef>
              <a:spcPct val="0"/>
            </a:spcBef>
            <a:spcAft>
              <a:spcPct val="35000"/>
            </a:spcAft>
            <a:buNone/>
          </a:pPr>
          <a:r>
            <a:rPr lang="en-US" sz="1300" kern="1200" dirty="0">
              <a:latin typeface="Gill Sans MT" panose="020B0502020104020203"/>
            </a:rPr>
            <a:t>Manufactuering Unemployment</a:t>
          </a:r>
        </a:p>
      </dsp:txBody>
      <dsp:txXfrm>
        <a:off x="545410" y="2270296"/>
        <a:ext cx="1647796" cy="393581"/>
      </dsp:txXfrm>
    </dsp:sp>
    <dsp:sp modelId="{9BFB5D66-1B92-4C53-8FC2-16C51CD514D6}">
      <dsp:nvSpPr>
        <dsp:cNvPr id="0" name=""/>
        <dsp:cNvSpPr/>
      </dsp:nvSpPr>
      <dsp:spPr>
        <a:xfrm rot="5400000">
          <a:off x="1332727" y="2712704"/>
          <a:ext cx="73162" cy="7316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1660A10-38CD-4306-89E1-3101F18D921C}">
      <dsp:nvSpPr>
        <dsp:cNvPr id="0" name=""/>
        <dsp:cNvSpPr/>
      </dsp:nvSpPr>
      <dsp:spPr>
        <a:xfrm>
          <a:off x="533165" y="2822448"/>
          <a:ext cx="1672286" cy="418071"/>
        </a:xfrm>
        <a:prstGeom prst="roundRect">
          <a:avLst>
            <a:gd name="adj" fmla="val 1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US" sz="1300" kern="1200" dirty="0">
              <a:latin typeface="Gill Sans MT" panose="020B0502020104020203"/>
            </a:rPr>
            <a:t>Inflation</a:t>
          </a:r>
          <a:endParaRPr lang="en-US" sz="1300" kern="1200" dirty="0"/>
        </a:p>
      </dsp:txBody>
      <dsp:txXfrm>
        <a:off x="545410" y="2834693"/>
        <a:ext cx="1647796" cy="393581"/>
      </dsp:txXfrm>
    </dsp:sp>
    <dsp:sp modelId="{187D5A96-0852-4B47-86A9-45A6979EB650}">
      <dsp:nvSpPr>
        <dsp:cNvPr id="0" name=""/>
        <dsp:cNvSpPr/>
      </dsp:nvSpPr>
      <dsp:spPr>
        <a:xfrm rot="5400000">
          <a:off x="1332727" y="3277101"/>
          <a:ext cx="73162" cy="7316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1B7CA55-67ED-446D-9A33-9022B8AEA4F2}">
      <dsp:nvSpPr>
        <dsp:cNvPr id="0" name=""/>
        <dsp:cNvSpPr/>
      </dsp:nvSpPr>
      <dsp:spPr>
        <a:xfrm>
          <a:off x="533165" y="3386844"/>
          <a:ext cx="1672286" cy="418071"/>
        </a:xfrm>
        <a:prstGeom prst="roundRect">
          <a:avLst>
            <a:gd name="adj" fmla="val 1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rtl="0">
            <a:lnSpc>
              <a:spcPct val="90000"/>
            </a:lnSpc>
            <a:spcBef>
              <a:spcPct val="0"/>
            </a:spcBef>
            <a:spcAft>
              <a:spcPct val="35000"/>
            </a:spcAft>
            <a:buNone/>
          </a:pPr>
          <a:r>
            <a:rPr lang="en-US" sz="1300" kern="1200" dirty="0"/>
            <a:t>Commercial and Industrial Loans</a:t>
          </a:r>
        </a:p>
      </dsp:txBody>
      <dsp:txXfrm>
        <a:off x="545410" y="3399089"/>
        <a:ext cx="1647796" cy="393581"/>
      </dsp:txXfrm>
    </dsp:sp>
    <dsp:sp modelId="{78C4743F-91C4-4079-A2A1-DF6C7C484DE3}">
      <dsp:nvSpPr>
        <dsp:cNvPr id="0" name=""/>
        <dsp:cNvSpPr/>
      </dsp:nvSpPr>
      <dsp:spPr>
        <a:xfrm>
          <a:off x="2439572" y="464"/>
          <a:ext cx="1672286" cy="418071"/>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a:latin typeface="Gill Sans MT" panose="020B0502020104020203"/>
            </a:rPr>
            <a:t>Microeconomic</a:t>
          </a:r>
          <a:endParaRPr lang="en-US" sz="1900" kern="1200"/>
        </a:p>
      </dsp:txBody>
      <dsp:txXfrm>
        <a:off x="2451817" y="12709"/>
        <a:ext cx="1647796" cy="393581"/>
      </dsp:txXfrm>
    </dsp:sp>
    <dsp:sp modelId="{E24B5898-C8DE-4737-BC1B-626F23EBDD40}">
      <dsp:nvSpPr>
        <dsp:cNvPr id="0" name=""/>
        <dsp:cNvSpPr/>
      </dsp:nvSpPr>
      <dsp:spPr>
        <a:xfrm rot="5400000">
          <a:off x="3239134" y="455117"/>
          <a:ext cx="73162" cy="7316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CD00810-73DD-49BC-81CE-0749E4BFA7B9}">
      <dsp:nvSpPr>
        <dsp:cNvPr id="0" name=""/>
        <dsp:cNvSpPr/>
      </dsp:nvSpPr>
      <dsp:spPr>
        <a:xfrm>
          <a:off x="2439572" y="564861"/>
          <a:ext cx="1672286" cy="418071"/>
        </a:xfrm>
        <a:prstGeom prst="roundRect">
          <a:avLst>
            <a:gd name="adj" fmla="val 1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rtl="0">
            <a:lnSpc>
              <a:spcPct val="90000"/>
            </a:lnSpc>
            <a:spcBef>
              <a:spcPct val="0"/>
            </a:spcBef>
            <a:spcAft>
              <a:spcPct val="35000"/>
            </a:spcAft>
            <a:buNone/>
          </a:pPr>
          <a:r>
            <a:rPr lang="en-US" sz="1300" kern="1200" dirty="0">
              <a:latin typeface="Gill Sans MT" panose="020B0502020104020203"/>
            </a:rPr>
            <a:t>NASDAQ Composite</a:t>
          </a:r>
        </a:p>
      </dsp:txBody>
      <dsp:txXfrm>
        <a:off x="2451817" y="577106"/>
        <a:ext cx="1647796" cy="393581"/>
      </dsp:txXfrm>
    </dsp:sp>
    <dsp:sp modelId="{780C4D8D-0781-4729-A095-7E6C7D90D74F}">
      <dsp:nvSpPr>
        <dsp:cNvPr id="0" name=""/>
        <dsp:cNvSpPr/>
      </dsp:nvSpPr>
      <dsp:spPr>
        <a:xfrm rot="5400000">
          <a:off x="3239134" y="1019514"/>
          <a:ext cx="73162" cy="7316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C5ABE2F-F121-4B25-B002-49B4F3CA2DD0}">
      <dsp:nvSpPr>
        <dsp:cNvPr id="0" name=""/>
        <dsp:cNvSpPr/>
      </dsp:nvSpPr>
      <dsp:spPr>
        <a:xfrm>
          <a:off x="2439572" y="1129257"/>
          <a:ext cx="1672286" cy="418071"/>
        </a:xfrm>
        <a:prstGeom prst="roundRect">
          <a:avLst>
            <a:gd name="adj" fmla="val 1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Gill Sans MT" panose="020B0502020104020203"/>
            </a:rPr>
            <a:t>S&amp;P500</a:t>
          </a:r>
        </a:p>
      </dsp:txBody>
      <dsp:txXfrm>
        <a:off x="2451817" y="1141502"/>
        <a:ext cx="1647796" cy="393581"/>
      </dsp:txXfrm>
    </dsp:sp>
    <dsp:sp modelId="{6F7BABEF-56C6-4EB9-9297-EDAF012AC593}">
      <dsp:nvSpPr>
        <dsp:cNvPr id="0" name=""/>
        <dsp:cNvSpPr/>
      </dsp:nvSpPr>
      <dsp:spPr>
        <a:xfrm rot="5400000">
          <a:off x="3239134" y="1583910"/>
          <a:ext cx="73162" cy="73162"/>
        </a:xfrm>
        <a:prstGeom prst="rightArrow">
          <a:avLst>
            <a:gd name="adj1" fmla="val 667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9687FB6-2F28-4FB9-9FA8-EDB8FEE84FC1}">
      <dsp:nvSpPr>
        <dsp:cNvPr id="0" name=""/>
        <dsp:cNvSpPr/>
      </dsp:nvSpPr>
      <dsp:spPr>
        <a:xfrm>
          <a:off x="2439572" y="1693654"/>
          <a:ext cx="1672286" cy="418071"/>
        </a:xfrm>
        <a:prstGeom prst="roundRect">
          <a:avLst>
            <a:gd name="adj" fmla="val 10000"/>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510" tIns="16510" rIns="16510" bIns="1651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Gill Sans MT" panose="020B0502020104020203"/>
            </a:rPr>
            <a:t>U.S. Median Income</a:t>
          </a:r>
        </a:p>
      </dsp:txBody>
      <dsp:txXfrm>
        <a:off x="2451817" y="1705899"/>
        <a:ext cx="1647796" cy="3935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EA9B1C-A058-486E-BC7B-626C89D4DA8C}">
      <dsp:nvSpPr>
        <dsp:cNvPr id="0" name=""/>
        <dsp:cNvSpPr/>
      </dsp:nvSpPr>
      <dsp:spPr>
        <a:xfrm>
          <a:off x="0" y="421"/>
          <a:ext cx="9603275" cy="9856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9B8F5D-3989-431E-8076-46A0A323984D}">
      <dsp:nvSpPr>
        <dsp:cNvPr id="0" name=""/>
        <dsp:cNvSpPr/>
      </dsp:nvSpPr>
      <dsp:spPr>
        <a:xfrm>
          <a:off x="298158" y="222192"/>
          <a:ext cx="542106" cy="5421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7E2AA5-F044-4652-B988-B94CE3376786}">
      <dsp:nvSpPr>
        <dsp:cNvPr id="0" name=""/>
        <dsp:cNvSpPr/>
      </dsp:nvSpPr>
      <dsp:spPr>
        <a:xfrm>
          <a:off x="1138424" y="421"/>
          <a:ext cx="4321473" cy="985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14" tIns="104314" rIns="104314" bIns="104314" numCol="1" spcCol="1270" anchor="ctr" anchorCtr="0">
          <a:noAutofit/>
        </a:bodyPr>
        <a:lstStyle/>
        <a:p>
          <a:pPr marL="0" lvl="0" indent="0" algn="l" defTabSz="1111250">
            <a:lnSpc>
              <a:spcPct val="100000"/>
            </a:lnSpc>
            <a:spcBef>
              <a:spcPct val="0"/>
            </a:spcBef>
            <a:spcAft>
              <a:spcPct val="35000"/>
            </a:spcAft>
            <a:buNone/>
          </a:pPr>
          <a:r>
            <a:rPr lang="en-US" sz="2500" kern="1200"/>
            <a:t>Reformat Data to Monthly</a:t>
          </a:r>
        </a:p>
      </dsp:txBody>
      <dsp:txXfrm>
        <a:off x="1138424" y="421"/>
        <a:ext cx="4321473" cy="985648"/>
      </dsp:txXfrm>
    </dsp:sp>
    <dsp:sp modelId="{572DB887-679A-45D6-BDE2-60FD3A8CAF20}">
      <dsp:nvSpPr>
        <dsp:cNvPr id="0" name=""/>
        <dsp:cNvSpPr/>
      </dsp:nvSpPr>
      <dsp:spPr>
        <a:xfrm>
          <a:off x="5459898" y="421"/>
          <a:ext cx="4143376" cy="985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14" tIns="104314" rIns="104314" bIns="104314" numCol="1" spcCol="1270" anchor="ctr" anchorCtr="0">
          <a:noAutofit/>
        </a:bodyPr>
        <a:lstStyle/>
        <a:p>
          <a:pPr marL="0" lvl="0" indent="0" algn="l" defTabSz="800100">
            <a:lnSpc>
              <a:spcPct val="100000"/>
            </a:lnSpc>
            <a:spcBef>
              <a:spcPct val="0"/>
            </a:spcBef>
            <a:spcAft>
              <a:spcPct val="35000"/>
            </a:spcAft>
            <a:buNone/>
          </a:pPr>
          <a:r>
            <a:rPr lang="en-US" sz="1800" kern="1200"/>
            <a:t>Resampling</a:t>
          </a:r>
        </a:p>
        <a:p>
          <a:pPr marL="0" lvl="0" indent="0" algn="l" defTabSz="800100">
            <a:lnSpc>
              <a:spcPct val="100000"/>
            </a:lnSpc>
            <a:spcBef>
              <a:spcPct val="0"/>
            </a:spcBef>
            <a:spcAft>
              <a:spcPct val="35000"/>
            </a:spcAft>
            <a:buNone/>
          </a:pPr>
          <a:r>
            <a:rPr lang="en-US" sz="1800" kern="1200"/>
            <a:t>Forward Fill</a:t>
          </a:r>
        </a:p>
      </dsp:txBody>
      <dsp:txXfrm>
        <a:off x="5459898" y="421"/>
        <a:ext cx="4143376" cy="985648"/>
      </dsp:txXfrm>
    </dsp:sp>
    <dsp:sp modelId="{04A4EF9B-8395-4887-9E07-9810C753DDBB}">
      <dsp:nvSpPr>
        <dsp:cNvPr id="0" name=""/>
        <dsp:cNvSpPr/>
      </dsp:nvSpPr>
      <dsp:spPr>
        <a:xfrm>
          <a:off x="0" y="1232482"/>
          <a:ext cx="9603275" cy="9856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F568ED-86C0-408A-BB93-959D288CC426}">
      <dsp:nvSpPr>
        <dsp:cNvPr id="0" name=""/>
        <dsp:cNvSpPr/>
      </dsp:nvSpPr>
      <dsp:spPr>
        <a:xfrm>
          <a:off x="298158" y="1454253"/>
          <a:ext cx="542106" cy="5421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56099BB-D7BE-487E-BE04-8784CE6748DD}">
      <dsp:nvSpPr>
        <dsp:cNvPr id="0" name=""/>
        <dsp:cNvSpPr/>
      </dsp:nvSpPr>
      <dsp:spPr>
        <a:xfrm>
          <a:off x="1138424" y="1232482"/>
          <a:ext cx="8464850" cy="985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14" tIns="104314" rIns="104314" bIns="104314" numCol="1" spcCol="1270" anchor="ctr" anchorCtr="0">
          <a:noAutofit/>
        </a:bodyPr>
        <a:lstStyle/>
        <a:p>
          <a:pPr marL="0" lvl="0" indent="0" algn="l" defTabSz="1111250">
            <a:lnSpc>
              <a:spcPct val="100000"/>
            </a:lnSpc>
            <a:spcBef>
              <a:spcPct val="0"/>
            </a:spcBef>
            <a:spcAft>
              <a:spcPct val="35000"/>
            </a:spcAft>
            <a:buNone/>
          </a:pPr>
          <a:r>
            <a:rPr lang="en-US" sz="2500" kern="1200"/>
            <a:t>Percent Change</a:t>
          </a:r>
        </a:p>
      </dsp:txBody>
      <dsp:txXfrm>
        <a:off x="1138424" y="1232482"/>
        <a:ext cx="8464850" cy="985648"/>
      </dsp:txXfrm>
    </dsp:sp>
    <dsp:sp modelId="{CB7589C6-349D-40CE-8F3A-510064B98D9A}">
      <dsp:nvSpPr>
        <dsp:cNvPr id="0" name=""/>
        <dsp:cNvSpPr/>
      </dsp:nvSpPr>
      <dsp:spPr>
        <a:xfrm>
          <a:off x="0" y="2464543"/>
          <a:ext cx="9603275" cy="98564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84D18B-C6A0-46B1-8940-FBF81FBFFFD4}">
      <dsp:nvSpPr>
        <dsp:cNvPr id="0" name=""/>
        <dsp:cNvSpPr/>
      </dsp:nvSpPr>
      <dsp:spPr>
        <a:xfrm>
          <a:off x="298158" y="2686314"/>
          <a:ext cx="542106" cy="5421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9A4D58-7ECF-438F-B7C4-23F123D48E9D}">
      <dsp:nvSpPr>
        <dsp:cNvPr id="0" name=""/>
        <dsp:cNvSpPr/>
      </dsp:nvSpPr>
      <dsp:spPr>
        <a:xfrm>
          <a:off x="1138424" y="2464543"/>
          <a:ext cx="4321473" cy="985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14" tIns="104314" rIns="104314" bIns="104314" numCol="1" spcCol="1270" anchor="ctr" anchorCtr="0">
          <a:noAutofit/>
        </a:bodyPr>
        <a:lstStyle/>
        <a:p>
          <a:pPr marL="0" lvl="0" indent="0" algn="l" defTabSz="1111250">
            <a:lnSpc>
              <a:spcPct val="100000"/>
            </a:lnSpc>
            <a:spcBef>
              <a:spcPct val="0"/>
            </a:spcBef>
            <a:spcAft>
              <a:spcPct val="35000"/>
            </a:spcAft>
            <a:buNone/>
          </a:pPr>
          <a:r>
            <a:rPr lang="en-US" sz="2500" kern="1200"/>
            <a:t>Replace Null Values</a:t>
          </a:r>
        </a:p>
      </dsp:txBody>
      <dsp:txXfrm>
        <a:off x="1138424" y="2464543"/>
        <a:ext cx="4321473" cy="985648"/>
      </dsp:txXfrm>
    </dsp:sp>
    <dsp:sp modelId="{8CED2D06-D35E-4B66-B722-767C0B7EE587}">
      <dsp:nvSpPr>
        <dsp:cNvPr id="0" name=""/>
        <dsp:cNvSpPr/>
      </dsp:nvSpPr>
      <dsp:spPr>
        <a:xfrm>
          <a:off x="5459898" y="2464543"/>
          <a:ext cx="4143376" cy="9856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314" tIns="104314" rIns="104314" bIns="104314" numCol="1" spcCol="1270" anchor="ctr" anchorCtr="0">
          <a:noAutofit/>
        </a:bodyPr>
        <a:lstStyle/>
        <a:p>
          <a:pPr marL="0" lvl="0" indent="0" algn="l" defTabSz="800100">
            <a:lnSpc>
              <a:spcPct val="100000"/>
            </a:lnSpc>
            <a:spcBef>
              <a:spcPct val="0"/>
            </a:spcBef>
            <a:spcAft>
              <a:spcPct val="35000"/>
            </a:spcAft>
            <a:buNone/>
          </a:pPr>
          <a:r>
            <a:rPr lang="en-US" sz="1800" kern="1200"/>
            <a:t>Imputation</a:t>
          </a:r>
        </a:p>
      </dsp:txBody>
      <dsp:txXfrm>
        <a:off x="5459898" y="2464543"/>
        <a:ext cx="4143376" cy="9856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75D862-DAB2-49CF-9704-8833DEBD4A2E}">
      <dsp:nvSpPr>
        <dsp:cNvPr id="0" name=""/>
        <dsp:cNvSpPr/>
      </dsp:nvSpPr>
      <dsp:spPr>
        <a:xfrm>
          <a:off x="5054814" y="2572487"/>
          <a:ext cx="514766" cy="244982"/>
        </a:xfrm>
        <a:custGeom>
          <a:avLst/>
          <a:gdLst/>
          <a:ahLst/>
          <a:cxnLst/>
          <a:rect l="0" t="0" r="0" b="0"/>
          <a:pathLst>
            <a:path>
              <a:moveTo>
                <a:pt x="0" y="0"/>
              </a:moveTo>
              <a:lnTo>
                <a:pt x="0" y="166948"/>
              </a:lnTo>
              <a:lnTo>
                <a:pt x="514766" y="166948"/>
              </a:lnTo>
              <a:lnTo>
                <a:pt x="514766" y="244982"/>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B4C47C1-574F-4CF0-8DC0-6E74432633DD}">
      <dsp:nvSpPr>
        <dsp:cNvPr id="0" name=""/>
        <dsp:cNvSpPr/>
      </dsp:nvSpPr>
      <dsp:spPr>
        <a:xfrm>
          <a:off x="4540048" y="2572487"/>
          <a:ext cx="514766" cy="244982"/>
        </a:xfrm>
        <a:custGeom>
          <a:avLst/>
          <a:gdLst/>
          <a:ahLst/>
          <a:cxnLst/>
          <a:rect l="0" t="0" r="0" b="0"/>
          <a:pathLst>
            <a:path>
              <a:moveTo>
                <a:pt x="514766" y="0"/>
              </a:moveTo>
              <a:lnTo>
                <a:pt x="514766" y="166948"/>
              </a:lnTo>
              <a:lnTo>
                <a:pt x="0" y="166948"/>
              </a:lnTo>
              <a:lnTo>
                <a:pt x="0" y="244982"/>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EA0E66E-FF2A-4EB7-834B-EEC1B827CFE5}">
      <dsp:nvSpPr>
        <dsp:cNvPr id="0" name=""/>
        <dsp:cNvSpPr/>
      </dsp:nvSpPr>
      <dsp:spPr>
        <a:xfrm>
          <a:off x="2995748" y="1792616"/>
          <a:ext cx="2059066" cy="244982"/>
        </a:xfrm>
        <a:custGeom>
          <a:avLst/>
          <a:gdLst/>
          <a:ahLst/>
          <a:cxnLst/>
          <a:rect l="0" t="0" r="0" b="0"/>
          <a:pathLst>
            <a:path>
              <a:moveTo>
                <a:pt x="0" y="0"/>
              </a:moveTo>
              <a:lnTo>
                <a:pt x="0" y="166948"/>
              </a:lnTo>
              <a:lnTo>
                <a:pt x="2059066" y="166948"/>
              </a:lnTo>
              <a:lnTo>
                <a:pt x="2059066" y="244982"/>
              </a:lnTo>
            </a:path>
          </a:pathLst>
        </a:custGeom>
        <a:noFill/>
        <a:ln w="158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D48C6A-A50F-4AAB-9341-79A4BBEFD691}">
      <dsp:nvSpPr>
        <dsp:cNvPr id="0" name=""/>
        <dsp:cNvSpPr/>
      </dsp:nvSpPr>
      <dsp:spPr>
        <a:xfrm>
          <a:off x="2995748" y="2572487"/>
          <a:ext cx="514766" cy="244982"/>
        </a:xfrm>
        <a:custGeom>
          <a:avLst/>
          <a:gdLst/>
          <a:ahLst/>
          <a:cxnLst/>
          <a:rect l="0" t="0" r="0" b="0"/>
          <a:pathLst>
            <a:path>
              <a:moveTo>
                <a:pt x="0" y="0"/>
              </a:moveTo>
              <a:lnTo>
                <a:pt x="0" y="166948"/>
              </a:lnTo>
              <a:lnTo>
                <a:pt x="514766" y="166948"/>
              </a:lnTo>
              <a:lnTo>
                <a:pt x="514766" y="244982"/>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A38937D-77E5-4783-A680-E78900316DF6}">
      <dsp:nvSpPr>
        <dsp:cNvPr id="0" name=""/>
        <dsp:cNvSpPr/>
      </dsp:nvSpPr>
      <dsp:spPr>
        <a:xfrm>
          <a:off x="2480981" y="2572487"/>
          <a:ext cx="514766" cy="244982"/>
        </a:xfrm>
        <a:custGeom>
          <a:avLst/>
          <a:gdLst/>
          <a:ahLst/>
          <a:cxnLst/>
          <a:rect l="0" t="0" r="0" b="0"/>
          <a:pathLst>
            <a:path>
              <a:moveTo>
                <a:pt x="514766" y="0"/>
              </a:moveTo>
              <a:lnTo>
                <a:pt x="514766" y="166948"/>
              </a:lnTo>
              <a:lnTo>
                <a:pt x="0" y="166948"/>
              </a:lnTo>
              <a:lnTo>
                <a:pt x="0" y="244982"/>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383622-7E74-488F-8C3E-03479E07D3EA}">
      <dsp:nvSpPr>
        <dsp:cNvPr id="0" name=""/>
        <dsp:cNvSpPr/>
      </dsp:nvSpPr>
      <dsp:spPr>
        <a:xfrm>
          <a:off x="2950028" y="1792616"/>
          <a:ext cx="91440" cy="244982"/>
        </a:xfrm>
        <a:custGeom>
          <a:avLst/>
          <a:gdLst/>
          <a:ahLst/>
          <a:cxnLst/>
          <a:rect l="0" t="0" r="0" b="0"/>
          <a:pathLst>
            <a:path>
              <a:moveTo>
                <a:pt x="45720" y="0"/>
              </a:moveTo>
              <a:lnTo>
                <a:pt x="45720" y="244982"/>
              </a:lnTo>
            </a:path>
          </a:pathLst>
        </a:custGeom>
        <a:noFill/>
        <a:ln w="158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22D6B7-653B-482D-8275-068E9E199B01}">
      <dsp:nvSpPr>
        <dsp:cNvPr id="0" name=""/>
        <dsp:cNvSpPr/>
      </dsp:nvSpPr>
      <dsp:spPr>
        <a:xfrm>
          <a:off x="936682" y="2572487"/>
          <a:ext cx="514766" cy="244982"/>
        </a:xfrm>
        <a:custGeom>
          <a:avLst/>
          <a:gdLst/>
          <a:ahLst/>
          <a:cxnLst/>
          <a:rect l="0" t="0" r="0" b="0"/>
          <a:pathLst>
            <a:path>
              <a:moveTo>
                <a:pt x="0" y="0"/>
              </a:moveTo>
              <a:lnTo>
                <a:pt x="0" y="166948"/>
              </a:lnTo>
              <a:lnTo>
                <a:pt x="514766" y="166948"/>
              </a:lnTo>
              <a:lnTo>
                <a:pt x="514766" y="244982"/>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58F0D73-7C4B-45D6-8044-8EE06203F9BC}">
      <dsp:nvSpPr>
        <dsp:cNvPr id="0" name=""/>
        <dsp:cNvSpPr/>
      </dsp:nvSpPr>
      <dsp:spPr>
        <a:xfrm>
          <a:off x="421915" y="2572487"/>
          <a:ext cx="514766" cy="244982"/>
        </a:xfrm>
        <a:custGeom>
          <a:avLst/>
          <a:gdLst/>
          <a:ahLst/>
          <a:cxnLst/>
          <a:rect l="0" t="0" r="0" b="0"/>
          <a:pathLst>
            <a:path>
              <a:moveTo>
                <a:pt x="514766" y="0"/>
              </a:moveTo>
              <a:lnTo>
                <a:pt x="514766" y="166948"/>
              </a:lnTo>
              <a:lnTo>
                <a:pt x="0" y="166948"/>
              </a:lnTo>
              <a:lnTo>
                <a:pt x="0" y="244982"/>
              </a:lnTo>
            </a:path>
          </a:pathLst>
        </a:custGeom>
        <a:noFill/>
        <a:ln w="15875"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C655205-028E-43B7-9571-4850C4C25BC2}">
      <dsp:nvSpPr>
        <dsp:cNvPr id="0" name=""/>
        <dsp:cNvSpPr/>
      </dsp:nvSpPr>
      <dsp:spPr>
        <a:xfrm>
          <a:off x="936682" y="1792616"/>
          <a:ext cx="2059066" cy="244982"/>
        </a:xfrm>
        <a:custGeom>
          <a:avLst/>
          <a:gdLst/>
          <a:ahLst/>
          <a:cxnLst/>
          <a:rect l="0" t="0" r="0" b="0"/>
          <a:pathLst>
            <a:path>
              <a:moveTo>
                <a:pt x="2059066" y="0"/>
              </a:moveTo>
              <a:lnTo>
                <a:pt x="2059066" y="166948"/>
              </a:lnTo>
              <a:lnTo>
                <a:pt x="0" y="166948"/>
              </a:lnTo>
              <a:lnTo>
                <a:pt x="0" y="244982"/>
              </a:lnTo>
            </a:path>
          </a:pathLst>
        </a:custGeom>
        <a:noFill/>
        <a:ln w="15875" cap="flat" cmpd="sng" algn="ctr">
          <a:solidFill>
            <a:schemeClr val="accent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01A733C-0F75-4807-9B02-3E26B52ADCF9}">
      <dsp:nvSpPr>
        <dsp:cNvPr id="0" name=""/>
        <dsp:cNvSpPr/>
      </dsp:nvSpPr>
      <dsp:spPr>
        <a:xfrm>
          <a:off x="2574575" y="1257726"/>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A7B82B3B-B5B0-4F50-A765-5C86AF9C0AB5}">
      <dsp:nvSpPr>
        <dsp:cNvPr id="0" name=""/>
        <dsp:cNvSpPr/>
      </dsp:nvSpPr>
      <dsp:spPr>
        <a:xfrm>
          <a:off x="2668169" y="1346641"/>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a:t>Data Separation</a:t>
          </a:r>
        </a:p>
      </dsp:txBody>
      <dsp:txXfrm>
        <a:off x="2683835" y="1362307"/>
        <a:ext cx="811013" cy="503557"/>
      </dsp:txXfrm>
    </dsp:sp>
    <dsp:sp modelId="{61E1E6FE-3F3E-4C2B-A099-4B78EBA35048}">
      <dsp:nvSpPr>
        <dsp:cNvPr id="0" name=""/>
        <dsp:cNvSpPr/>
      </dsp:nvSpPr>
      <dsp:spPr>
        <a:xfrm>
          <a:off x="515509" y="2037598"/>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5AEBAAC8-EBCF-43CA-8FD1-1072BED4AD45}">
      <dsp:nvSpPr>
        <dsp:cNvPr id="0" name=""/>
        <dsp:cNvSpPr/>
      </dsp:nvSpPr>
      <dsp:spPr>
        <a:xfrm>
          <a:off x="609103" y="2126512"/>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rtl="0">
            <a:lnSpc>
              <a:spcPct val="90000"/>
            </a:lnSpc>
            <a:spcBef>
              <a:spcPct val="0"/>
            </a:spcBef>
            <a:spcAft>
              <a:spcPct val="35000"/>
            </a:spcAft>
            <a:buNone/>
          </a:pPr>
          <a:r>
            <a:rPr lang="en-US" sz="800" kern="1200" dirty="0">
              <a:latin typeface="Gill Sans MT" panose="020B0502020104020203"/>
            </a:rPr>
            <a:t>Microeconomic</a:t>
          </a:r>
        </a:p>
      </dsp:txBody>
      <dsp:txXfrm>
        <a:off x="624769" y="2142178"/>
        <a:ext cx="811013" cy="503557"/>
      </dsp:txXfrm>
    </dsp:sp>
    <dsp:sp modelId="{CE20E13D-77E8-44B1-AA44-BBB8B9685406}">
      <dsp:nvSpPr>
        <dsp:cNvPr id="0" name=""/>
        <dsp:cNvSpPr/>
      </dsp:nvSpPr>
      <dsp:spPr>
        <a:xfrm>
          <a:off x="742" y="2817469"/>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A414F77C-0234-4290-9572-3595B48EF378}">
      <dsp:nvSpPr>
        <dsp:cNvPr id="0" name=""/>
        <dsp:cNvSpPr/>
      </dsp:nvSpPr>
      <dsp:spPr>
        <a:xfrm>
          <a:off x="94336" y="2906383"/>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Gill Sans MT" panose="020B0502020104020203"/>
            </a:rPr>
            <a:t>Raw</a:t>
          </a:r>
        </a:p>
      </dsp:txBody>
      <dsp:txXfrm>
        <a:off x="110002" y="2922049"/>
        <a:ext cx="811013" cy="503557"/>
      </dsp:txXfrm>
    </dsp:sp>
    <dsp:sp modelId="{1A0FF2A7-8FA5-4711-9276-DD7346D01619}">
      <dsp:nvSpPr>
        <dsp:cNvPr id="0" name=""/>
        <dsp:cNvSpPr/>
      </dsp:nvSpPr>
      <dsp:spPr>
        <a:xfrm>
          <a:off x="1030276" y="2817469"/>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44A6E05F-E405-452F-80E3-EED89C9B3F88}">
      <dsp:nvSpPr>
        <dsp:cNvPr id="0" name=""/>
        <dsp:cNvSpPr/>
      </dsp:nvSpPr>
      <dsp:spPr>
        <a:xfrm>
          <a:off x="1123869" y="2906383"/>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Gill Sans MT" panose="020B0502020104020203"/>
            </a:rPr>
            <a:t>Percent</a:t>
          </a:r>
        </a:p>
      </dsp:txBody>
      <dsp:txXfrm>
        <a:off x="1139535" y="2922049"/>
        <a:ext cx="811013" cy="503557"/>
      </dsp:txXfrm>
    </dsp:sp>
    <dsp:sp modelId="{0818F5A9-0A8E-4E48-A8AF-3BFE4D7ADDEC}">
      <dsp:nvSpPr>
        <dsp:cNvPr id="0" name=""/>
        <dsp:cNvSpPr/>
      </dsp:nvSpPr>
      <dsp:spPr>
        <a:xfrm>
          <a:off x="2574575" y="2037598"/>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0B4A3311-DE63-4A6A-B923-F832DBC9393B}">
      <dsp:nvSpPr>
        <dsp:cNvPr id="0" name=""/>
        <dsp:cNvSpPr/>
      </dsp:nvSpPr>
      <dsp:spPr>
        <a:xfrm>
          <a:off x="2668169" y="2126512"/>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Gill Sans MT" panose="020B0502020104020203"/>
            </a:rPr>
            <a:t>Macroeconomic</a:t>
          </a:r>
        </a:p>
      </dsp:txBody>
      <dsp:txXfrm>
        <a:off x="2683835" y="2142178"/>
        <a:ext cx="811013" cy="503557"/>
      </dsp:txXfrm>
    </dsp:sp>
    <dsp:sp modelId="{E4643D69-AD09-4BB9-81E8-744CB84C2F5D}">
      <dsp:nvSpPr>
        <dsp:cNvPr id="0" name=""/>
        <dsp:cNvSpPr/>
      </dsp:nvSpPr>
      <dsp:spPr>
        <a:xfrm>
          <a:off x="2059809" y="2817469"/>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68A41729-5B65-4770-811A-196AC6F3F024}">
      <dsp:nvSpPr>
        <dsp:cNvPr id="0" name=""/>
        <dsp:cNvSpPr/>
      </dsp:nvSpPr>
      <dsp:spPr>
        <a:xfrm>
          <a:off x="2153403" y="2906383"/>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rtl="0">
            <a:lnSpc>
              <a:spcPct val="90000"/>
            </a:lnSpc>
            <a:spcBef>
              <a:spcPct val="0"/>
            </a:spcBef>
            <a:spcAft>
              <a:spcPct val="35000"/>
            </a:spcAft>
            <a:buNone/>
          </a:pPr>
          <a:r>
            <a:rPr lang="en-US" sz="800" kern="1200" dirty="0">
              <a:latin typeface="Gill Sans MT" panose="020B0502020104020203"/>
            </a:rPr>
            <a:t>Raw </a:t>
          </a:r>
        </a:p>
      </dsp:txBody>
      <dsp:txXfrm>
        <a:off x="2169069" y="2922049"/>
        <a:ext cx="811013" cy="503557"/>
      </dsp:txXfrm>
    </dsp:sp>
    <dsp:sp modelId="{05A53ED2-F270-460F-9E33-2912D4B8B697}">
      <dsp:nvSpPr>
        <dsp:cNvPr id="0" name=""/>
        <dsp:cNvSpPr/>
      </dsp:nvSpPr>
      <dsp:spPr>
        <a:xfrm>
          <a:off x="3089342" y="2817469"/>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51B461F8-3C0E-4711-B060-280797AF2E39}">
      <dsp:nvSpPr>
        <dsp:cNvPr id="0" name=""/>
        <dsp:cNvSpPr/>
      </dsp:nvSpPr>
      <dsp:spPr>
        <a:xfrm>
          <a:off x="3182936" y="2906383"/>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Gill Sans MT" panose="020B0502020104020203"/>
            </a:rPr>
            <a:t>Percent</a:t>
          </a:r>
          <a:endParaRPr lang="en-US" sz="800" kern="1200" dirty="0"/>
        </a:p>
      </dsp:txBody>
      <dsp:txXfrm>
        <a:off x="3198602" y="2922049"/>
        <a:ext cx="811013" cy="503557"/>
      </dsp:txXfrm>
    </dsp:sp>
    <dsp:sp modelId="{CB61987B-1DF4-47BD-8DC5-6F5C2C32D1C6}">
      <dsp:nvSpPr>
        <dsp:cNvPr id="0" name=""/>
        <dsp:cNvSpPr/>
      </dsp:nvSpPr>
      <dsp:spPr>
        <a:xfrm>
          <a:off x="4633642" y="2037598"/>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6F92227E-94EF-483C-90CB-E3B5113B5113}">
      <dsp:nvSpPr>
        <dsp:cNvPr id="0" name=""/>
        <dsp:cNvSpPr/>
      </dsp:nvSpPr>
      <dsp:spPr>
        <a:xfrm>
          <a:off x="4727236" y="2126512"/>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Gill Sans MT" panose="020B0502020104020203"/>
            </a:rPr>
            <a:t>All</a:t>
          </a:r>
        </a:p>
      </dsp:txBody>
      <dsp:txXfrm>
        <a:off x="4742902" y="2142178"/>
        <a:ext cx="811013" cy="503557"/>
      </dsp:txXfrm>
    </dsp:sp>
    <dsp:sp modelId="{98536DA0-BC4D-4755-9380-E2244358FA9A}">
      <dsp:nvSpPr>
        <dsp:cNvPr id="0" name=""/>
        <dsp:cNvSpPr/>
      </dsp:nvSpPr>
      <dsp:spPr>
        <a:xfrm>
          <a:off x="4118875" y="2817469"/>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381886E0-4131-4AFA-A7C4-2609BD191E2A}">
      <dsp:nvSpPr>
        <dsp:cNvPr id="0" name=""/>
        <dsp:cNvSpPr/>
      </dsp:nvSpPr>
      <dsp:spPr>
        <a:xfrm>
          <a:off x="4212469" y="2906383"/>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Gill Sans MT" panose="020B0502020104020203"/>
            </a:rPr>
            <a:t>Raw</a:t>
          </a:r>
        </a:p>
      </dsp:txBody>
      <dsp:txXfrm>
        <a:off x="4228135" y="2922049"/>
        <a:ext cx="811013" cy="503557"/>
      </dsp:txXfrm>
    </dsp:sp>
    <dsp:sp modelId="{B5DA3C44-4EA4-41BB-A9F8-F1BD0A92D593}">
      <dsp:nvSpPr>
        <dsp:cNvPr id="0" name=""/>
        <dsp:cNvSpPr/>
      </dsp:nvSpPr>
      <dsp:spPr>
        <a:xfrm>
          <a:off x="5148408" y="2817469"/>
          <a:ext cx="842345" cy="534889"/>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D07FD7BD-B3DA-44C2-82A3-041597C93477}">
      <dsp:nvSpPr>
        <dsp:cNvPr id="0" name=""/>
        <dsp:cNvSpPr/>
      </dsp:nvSpPr>
      <dsp:spPr>
        <a:xfrm>
          <a:off x="5242002" y="2906383"/>
          <a:ext cx="842345" cy="534889"/>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kern="1200" dirty="0">
              <a:latin typeface="Gill Sans MT" panose="020B0502020104020203"/>
            </a:rPr>
            <a:t>Percent</a:t>
          </a:r>
        </a:p>
      </dsp:txBody>
      <dsp:txXfrm>
        <a:off x="5257668" y="2922049"/>
        <a:ext cx="811013" cy="5035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1067FC-6C24-4F6B-809A-F2CF2700955D}">
      <dsp:nvSpPr>
        <dsp:cNvPr id="0" name=""/>
        <dsp:cNvSpPr/>
      </dsp:nvSpPr>
      <dsp:spPr>
        <a:xfrm>
          <a:off x="5352125" y="2666421"/>
          <a:ext cx="545043" cy="259391"/>
        </a:xfrm>
        <a:custGeom>
          <a:avLst/>
          <a:gdLst/>
          <a:ahLst/>
          <a:cxnLst/>
          <a:rect l="0" t="0" r="0" b="0"/>
          <a:pathLst>
            <a:path>
              <a:moveTo>
                <a:pt x="0" y="0"/>
              </a:moveTo>
              <a:lnTo>
                <a:pt x="0" y="176767"/>
              </a:lnTo>
              <a:lnTo>
                <a:pt x="545043" y="176767"/>
              </a:lnTo>
              <a:lnTo>
                <a:pt x="545043" y="25939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15BE01-F813-401A-A3B5-8D4D38C6E71A}">
      <dsp:nvSpPr>
        <dsp:cNvPr id="0" name=""/>
        <dsp:cNvSpPr/>
      </dsp:nvSpPr>
      <dsp:spPr>
        <a:xfrm>
          <a:off x="4807082" y="2666421"/>
          <a:ext cx="545043" cy="259391"/>
        </a:xfrm>
        <a:custGeom>
          <a:avLst/>
          <a:gdLst/>
          <a:ahLst/>
          <a:cxnLst/>
          <a:rect l="0" t="0" r="0" b="0"/>
          <a:pathLst>
            <a:path>
              <a:moveTo>
                <a:pt x="545043" y="0"/>
              </a:moveTo>
              <a:lnTo>
                <a:pt x="545043" y="176767"/>
              </a:lnTo>
              <a:lnTo>
                <a:pt x="0" y="176767"/>
              </a:lnTo>
              <a:lnTo>
                <a:pt x="0" y="25939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7F088E-F8E0-46DE-A840-0A9F13544890}">
      <dsp:nvSpPr>
        <dsp:cNvPr id="0" name=""/>
        <dsp:cNvSpPr/>
      </dsp:nvSpPr>
      <dsp:spPr>
        <a:xfrm>
          <a:off x="3171950" y="1840679"/>
          <a:ext cx="2180175" cy="259391"/>
        </a:xfrm>
        <a:custGeom>
          <a:avLst/>
          <a:gdLst/>
          <a:ahLst/>
          <a:cxnLst/>
          <a:rect l="0" t="0" r="0" b="0"/>
          <a:pathLst>
            <a:path>
              <a:moveTo>
                <a:pt x="0" y="0"/>
              </a:moveTo>
              <a:lnTo>
                <a:pt x="0" y="176767"/>
              </a:lnTo>
              <a:lnTo>
                <a:pt x="2180175" y="176767"/>
              </a:lnTo>
              <a:lnTo>
                <a:pt x="2180175" y="259391"/>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F2509C-3091-44BA-9911-25D845BC5892}">
      <dsp:nvSpPr>
        <dsp:cNvPr id="0" name=""/>
        <dsp:cNvSpPr/>
      </dsp:nvSpPr>
      <dsp:spPr>
        <a:xfrm>
          <a:off x="3171950" y="2666421"/>
          <a:ext cx="545043" cy="259391"/>
        </a:xfrm>
        <a:custGeom>
          <a:avLst/>
          <a:gdLst/>
          <a:ahLst/>
          <a:cxnLst/>
          <a:rect l="0" t="0" r="0" b="0"/>
          <a:pathLst>
            <a:path>
              <a:moveTo>
                <a:pt x="0" y="0"/>
              </a:moveTo>
              <a:lnTo>
                <a:pt x="0" y="176767"/>
              </a:lnTo>
              <a:lnTo>
                <a:pt x="545043" y="176767"/>
              </a:lnTo>
              <a:lnTo>
                <a:pt x="545043" y="25939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2D1F24-6DE0-46C3-ABFF-B09DE0093F7B}">
      <dsp:nvSpPr>
        <dsp:cNvPr id="0" name=""/>
        <dsp:cNvSpPr/>
      </dsp:nvSpPr>
      <dsp:spPr>
        <a:xfrm>
          <a:off x="2626906" y="2666421"/>
          <a:ext cx="545043" cy="259391"/>
        </a:xfrm>
        <a:custGeom>
          <a:avLst/>
          <a:gdLst/>
          <a:ahLst/>
          <a:cxnLst/>
          <a:rect l="0" t="0" r="0" b="0"/>
          <a:pathLst>
            <a:path>
              <a:moveTo>
                <a:pt x="545043" y="0"/>
              </a:moveTo>
              <a:lnTo>
                <a:pt x="545043" y="176767"/>
              </a:lnTo>
              <a:lnTo>
                <a:pt x="0" y="176767"/>
              </a:lnTo>
              <a:lnTo>
                <a:pt x="0" y="25939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6BA076-A4E3-49DA-BBD0-1FE92E36DC58}">
      <dsp:nvSpPr>
        <dsp:cNvPr id="0" name=""/>
        <dsp:cNvSpPr/>
      </dsp:nvSpPr>
      <dsp:spPr>
        <a:xfrm>
          <a:off x="3126230" y="1840679"/>
          <a:ext cx="91440" cy="259391"/>
        </a:xfrm>
        <a:custGeom>
          <a:avLst/>
          <a:gdLst/>
          <a:ahLst/>
          <a:cxnLst/>
          <a:rect l="0" t="0" r="0" b="0"/>
          <a:pathLst>
            <a:path>
              <a:moveTo>
                <a:pt x="45720" y="0"/>
              </a:moveTo>
              <a:lnTo>
                <a:pt x="45720" y="259391"/>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B5C64C-48FB-4B1E-8694-D1CD992412EB}">
      <dsp:nvSpPr>
        <dsp:cNvPr id="0" name=""/>
        <dsp:cNvSpPr/>
      </dsp:nvSpPr>
      <dsp:spPr>
        <a:xfrm>
          <a:off x="991775" y="2666421"/>
          <a:ext cx="545043" cy="259391"/>
        </a:xfrm>
        <a:custGeom>
          <a:avLst/>
          <a:gdLst/>
          <a:ahLst/>
          <a:cxnLst/>
          <a:rect l="0" t="0" r="0" b="0"/>
          <a:pathLst>
            <a:path>
              <a:moveTo>
                <a:pt x="0" y="0"/>
              </a:moveTo>
              <a:lnTo>
                <a:pt x="0" y="176767"/>
              </a:lnTo>
              <a:lnTo>
                <a:pt x="545043" y="176767"/>
              </a:lnTo>
              <a:lnTo>
                <a:pt x="545043" y="25939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DEC75D9-CF31-4039-9113-86EFF2895B8E}">
      <dsp:nvSpPr>
        <dsp:cNvPr id="0" name=""/>
        <dsp:cNvSpPr/>
      </dsp:nvSpPr>
      <dsp:spPr>
        <a:xfrm>
          <a:off x="446731" y="2666421"/>
          <a:ext cx="545043" cy="259391"/>
        </a:xfrm>
        <a:custGeom>
          <a:avLst/>
          <a:gdLst/>
          <a:ahLst/>
          <a:cxnLst/>
          <a:rect l="0" t="0" r="0" b="0"/>
          <a:pathLst>
            <a:path>
              <a:moveTo>
                <a:pt x="545043" y="0"/>
              </a:moveTo>
              <a:lnTo>
                <a:pt x="545043" y="176767"/>
              </a:lnTo>
              <a:lnTo>
                <a:pt x="0" y="176767"/>
              </a:lnTo>
              <a:lnTo>
                <a:pt x="0" y="25939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7034137-8976-4A6C-8896-5F8E95FC32A1}">
      <dsp:nvSpPr>
        <dsp:cNvPr id="0" name=""/>
        <dsp:cNvSpPr/>
      </dsp:nvSpPr>
      <dsp:spPr>
        <a:xfrm>
          <a:off x="991775" y="1840679"/>
          <a:ext cx="2180175" cy="259391"/>
        </a:xfrm>
        <a:custGeom>
          <a:avLst/>
          <a:gdLst/>
          <a:ahLst/>
          <a:cxnLst/>
          <a:rect l="0" t="0" r="0" b="0"/>
          <a:pathLst>
            <a:path>
              <a:moveTo>
                <a:pt x="2180175" y="0"/>
              </a:moveTo>
              <a:lnTo>
                <a:pt x="2180175" y="176767"/>
              </a:lnTo>
              <a:lnTo>
                <a:pt x="0" y="176767"/>
              </a:lnTo>
              <a:lnTo>
                <a:pt x="0" y="259391"/>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2D3642-8C69-420A-B658-D4F6B5BED0CE}">
      <dsp:nvSpPr>
        <dsp:cNvPr id="0" name=""/>
        <dsp:cNvSpPr/>
      </dsp:nvSpPr>
      <dsp:spPr>
        <a:xfrm>
          <a:off x="2726005" y="1274329"/>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7EC620FF-AB4B-4EA6-9466-7D319F97873E}">
      <dsp:nvSpPr>
        <dsp:cNvPr id="0" name=""/>
        <dsp:cNvSpPr/>
      </dsp:nvSpPr>
      <dsp:spPr>
        <a:xfrm>
          <a:off x="2825104" y="1368473"/>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kern="1200" dirty="0">
              <a:latin typeface="Gill Sans MT" panose="020B0502020104020203"/>
            </a:rPr>
            <a:t>Data Separation</a:t>
          </a:r>
        </a:p>
      </dsp:txBody>
      <dsp:txXfrm>
        <a:off x="2841692" y="1385061"/>
        <a:ext cx="858713" cy="533174"/>
      </dsp:txXfrm>
    </dsp:sp>
    <dsp:sp modelId="{2A238E86-2D8E-4A68-8BEA-20240E8141B3}">
      <dsp:nvSpPr>
        <dsp:cNvPr id="0" name=""/>
        <dsp:cNvSpPr/>
      </dsp:nvSpPr>
      <dsp:spPr>
        <a:xfrm>
          <a:off x="545830" y="2100070"/>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977034BF-AE8C-486F-B67D-8DF70AEEA6FE}">
      <dsp:nvSpPr>
        <dsp:cNvPr id="0" name=""/>
        <dsp:cNvSpPr/>
      </dsp:nvSpPr>
      <dsp:spPr>
        <a:xfrm>
          <a:off x="644929" y="2194214"/>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kern="1200" dirty="0">
              <a:latin typeface="Gill Sans MT" panose="020B0502020104020203"/>
            </a:rPr>
            <a:t>Microeconomic</a:t>
          </a:r>
        </a:p>
      </dsp:txBody>
      <dsp:txXfrm>
        <a:off x="661517" y="2210802"/>
        <a:ext cx="858713" cy="533174"/>
      </dsp:txXfrm>
    </dsp:sp>
    <dsp:sp modelId="{BA7AA9F2-FE8D-4644-8C7B-5168BCAE4806}">
      <dsp:nvSpPr>
        <dsp:cNvPr id="0" name=""/>
        <dsp:cNvSpPr/>
      </dsp:nvSpPr>
      <dsp:spPr>
        <a:xfrm>
          <a:off x="786" y="2925812"/>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5BF9CC4E-5F67-4C59-AE96-AAEF714A2698}">
      <dsp:nvSpPr>
        <dsp:cNvPr id="0" name=""/>
        <dsp:cNvSpPr/>
      </dsp:nvSpPr>
      <dsp:spPr>
        <a:xfrm>
          <a:off x="99885" y="3019956"/>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Gill Sans MT" panose="020B0502020104020203"/>
            </a:rPr>
            <a:t>Raw</a:t>
          </a:r>
        </a:p>
      </dsp:txBody>
      <dsp:txXfrm>
        <a:off x="116473" y="3036544"/>
        <a:ext cx="858713" cy="533174"/>
      </dsp:txXfrm>
    </dsp:sp>
    <dsp:sp modelId="{341C9FDB-D7F9-402A-8E99-03DA46B012AB}">
      <dsp:nvSpPr>
        <dsp:cNvPr id="0" name=""/>
        <dsp:cNvSpPr/>
      </dsp:nvSpPr>
      <dsp:spPr>
        <a:xfrm>
          <a:off x="1090874" y="2925812"/>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93F6E3CF-9714-4FF8-98F5-A9FB5BD0AE30}">
      <dsp:nvSpPr>
        <dsp:cNvPr id="0" name=""/>
        <dsp:cNvSpPr/>
      </dsp:nvSpPr>
      <dsp:spPr>
        <a:xfrm>
          <a:off x="1189973" y="3019956"/>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Gill Sans MT" panose="020B0502020104020203"/>
            </a:rPr>
            <a:t>Percent</a:t>
          </a:r>
        </a:p>
      </dsp:txBody>
      <dsp:txXfrm>
        <a:off x="1206561" y="3036544"/>
        <a:ext cx="858713" cy="533174"/>
      </dsp:txXfrm>
    </dsp:sp>
    <dsp:sp modelId="{363C992E-AB45-4B9C-9819-DC21B2C896C6}">
      <dsp:nvSpPr>
        <dsp:cNvPr id="0" name=""/>
        <dsp:cNvSpPr/>
      </dsp:nvSpPr>
      <dsp:spPr>
        <a:xfrm>
          <a:off x="2726005" y="2100070"/>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D33EFA52-B522-4162-92BA-D4C4A4A13E9B}">
      <dsp:nvSpPr>
        <dsp:cNvPr id="0" name=""/>
        <dsp:cNvSpPr/>
      </dsp:nvSpPr>
      <dsp:spPr>
        <a:xfrm>
          <a:off x="2825104" y="2194214"/>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Gill Sans MT" panose="020B0502020104020203"/>
            </a:rPr>
            <a:t>Macroeconomic</a:t>
          </a:r>
        </a:p>
      </dsp:txBody>
      <dsp:txXfrm>
        <a:off x="2841692" y="2210802"/>
        <a:ext cx="858713" cy="533174"/>
      </dsp:txXfrm>
    </dsp:sp>
    <dsp:sp modelId="{031BE615-0692-4CE1-AA91-193C572303BA}">
      <dsp:nvSpPr>
        <dsp:cNvPr id="0" name=""/>
        <dsp:cNvSpPr/>
      </dsp:nvSpPr>
      <dsp:spPr>
        <a:xfrm>
          <a:off x="2180961" y="2925812"/>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B79350EE-5B0B-4229-B03F-7B5C529D270D}">
      <dsp:nvSpPr>
        <dsp:cNvPr id="0" name=""/>
        <dsp:cNvSpPr/>
      </dsp:nvSpPr>
      <dsp:spPr>
        <a:xfrm>
          <a:off x="2280060" y="3019956"/>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rtl="0">
            <a:lnSpc>
              <a:spcPct val="90000"/>
            </a:lnSpc>
            <a:spcBef>
              <a:spcPct val="0"/>
            </a:spcBef>
            <a:spcAft>
              <a:spcPct val="35000"/>
            </a:spcAft>
            <a:buNone/>
          </a:pPr>
          <a:r>
            <a:rPr lang="en-US" sz="900" kern="1200" dirty="0">
              <a:latin typeface="Gill Sans MT" panose="020B0502020104020203"/>
            </a:rPr>
            <a:t>Raw </a:t>
          </a:r>
        </a:p>
      </dsp:txBody>
      <dsp:txXfrm>
        <a:off x="2296648" y="3036544"/>
        <a:ext cx="858713" cy="533174"/>
      </dsp:txXfrm>
    </dsp:sp>
    <dsp:sp modelId="{49F5EA91-7FA5-4453-A009-5715343CB072}">
      <dsp:nvSpPr>
        <dsp:cNvPr id="0" name=""/>
        <dsp:cNvSpPr/>
      </dsp:nvSpPr>
      <dsp:spPr>
        <a:xfrm>
          <a:off x="3271049" y="2925812"/>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52EAE5E7-8A33-4E40-92AD-6F5E1B298D21}">
      <dsp:nvSpPr>
        <dsp:cNvPr id="0" name=""/>
        <dsp:cNvSpPr/>
      </dsp:nvSpPr>
      <dsp:spPr>
        <a:xfrm>
          <a:off x="3370148" y="3019956"/>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Gill Sans MT" panose="020B0502020104020203"/>
            </a:rPr>
            <a:t>Percent</a:t>
          </a:r>
          <a:endParaRPr lang="en-US" sz="900" kern="1200" dirty="0"/>
        </a:p>
      </dsp:txBody>
      <dsp:txXfrm>
        <a:off x="3386736" y="3036544"/>
        <a:ext cx="858713" cy="533174"/>
      </dsp:txXfrm>
    </dsp:sp>
    <dsp:sp modelId="{CB5CC094-F3B1-4F6C-BBEA-33DF9E721CCB}">
      <dsp:nvSpPr>
        <dsp:cNvPr id="0" name=""/>
        <dsp:cNvSpPr/>
      </dsp:nvSpPr>
      <dsp:spPr>
        <a:xfrm>
          <a:off x="4906180" y="2100070"/>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B54C6AF9-BF13-4626-87C8-BCB84D84B9B9}">
      <dsp:nvSpPr>
        <dsp:cNvPr id="0" name=""/>
        <dsp:cNvSpPr/>
      </dsp:nvSpPr>
      <dsp:spPr>
        <a:xfrm>
          <a:off x="5005279" y="2194214"/>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Gill Sans MT" panose="020B0502020104020203"/>
            </a:rPr>
            <a:t>All</a:t>
          </a:r>
        </a:p>
      </dsp:txBody>
      <dsp:txXfrm>
        <a:off x="5021867" y="2210802"/>
        <a:ext cx="858713" cy="533174"/>
      </dsp:txXfrm>
    </dsp:sp>
    <dsp:sp modelId="{68460706-647D-474C-82F2-D2EEFC6A04E1}">
      <dsp:nvSpPr>
        <dsp:cNvPr id="0" name=""/>
        <dsp:cNvSpPr/>
      </dsp:nvSpPr>
      <dsp:spPr>
        <a:xfrm>
          <a:off x="4361137" y="2925812"/>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36047B18-55F5-47BD-87F8-40CA6C64A895}">
      <dsp:nvSpPr>
        <dsp:cNvPr id="0" name=""/>
        <dsp:cNvSpPr/>
      </dsp:nvSpPr>
      <dsp:spPr>
        <a:xfrm>
          <a:off x="4460235" y="3019956"/>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Gill Sans MT" panose="020B0502020104020203"/>
            </a:rPr>
            <a:t>Raw</a:t>
          </a:r>
        </a:p>
      </dsp:txBody>
      <dsp:txXfrm>
        <a:off x="4476823" y="3036544"/>
        <a:ext cx="858713" cy="533174"/>
      </dsp:txXfrm>
    </dsp:sp>
    <dsp:sp modelId="{3D81ECC7-B5C5-4094-A87E-96326C1EE970}">
      <dsp:nvSpPr>
        <dsp:cNvPr id="0" name=""/>
        <dsp:cNvSpPr/>
      </dsp:nvSpPr>
      <dsp:spPr>
        <a:xfrm>
          <a:off x="5451224" y="2925812"/>
          <a:ext cx="891889" cy="566350"/>
        </a:xfrm>
        <a:prstGeom prst="roundRect">
          <a:avLst>
            <a:gd name="adj" fmla="val 10000"/>
          </a:avLst>
        </a:prstGeom>
        <a:gradFill rotWithShape="0">
          <a:gsLst>
            <a:gs pos="0">
              <a:schemeClr val="accent1">
                <a:hueOff val="0"/>
                <a:satOff val="0"/>
                <a:lumOff val="0"/>
                <a:alphaOff val="0"/>
                <a:tint val="98000"/>
                <a:satMod val="110000"/>
                <a:lumMod val="104000"/>
              </a:schemeClr>
            </a:gs>
            <a:gs pos="69000">
              <a:schemeClr val="accent1">
                <a:hueOff val="0"/>
                <a:satOff val="0"/>
                <a:lumOff val="0"/>
                <a:alphaOff val="0"/>
                <a:shade val="88000"/>
                <a:satMod val="130000"/>
                <a:lumMod val="92000"/>
              </a:schemeClr>
            </a:gs>
            <a:gs pos="100000">
              <a:schemeClr val="accent1">
                <a:hueOff val="0"/>
                <a:satOff val="0"/>
                <a:lumOff val="0"/>
                <a:alphaOff val="0"/>
                <a:shade val="78000"/>
                <a:satMod val="130000"/>
                <a:lumMod val="92000"/>
              </a:schemeClr>
            </a:gs>
          </a:gsLst>
          <a:lin ang="5400000" scaled="0"/>
        </a:gradFill>
        <a:ln>
          <a:noFill/>
        </a:ln>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dsp:spPr>
      <dsp:style>
        <a:lnRef idx="0">
          <a:scrgbClr r="0" g="0" b="0"/>
        </a:lnRef>
        <a:fillRef idx="3">
          <a:scrgbClr r="0" g="0" b="0"/>
        </a:fillRef>
        <a:effectRef idx="3">
          <a:scrgbClr r="0" g="0" b="0"/>
        </a:effectRef>
        <a:fontRef idx="minor">
          <a:schemeClr val="lt1"/>
        </a:fontRef>
      </dsp:style>
    </dsp:sp>
    <dsp:sp modelId="{0CF572F9-6E90-441E-B9DD-064EE27175E2}">
      <dsp:nvSpPr>
        <dsp:cNvPr id="0" name=""/>
        <dsp:cNvSpPr/>
      </dsp:nvSpPr>
      <dsp:spPr>
        <a:xfrm>
          <a:off x="5550323" y="3019956"/>
          <a:ext cx="891889" cy="56635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Gill Sans MT" panose="020B0502020104020203"/>
            </a:rPr>
            <a:t>Percent</a:t>
          </a:r>
        </a:p>
      </dsp:txBody>
      <dsp:txXfrm>
        <a:off x="5566911" y="3036544"/>
        <a:ext cx="858713" cy="53317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771A18-A428-4661-8052-D2805DD0B502}">
      <dsp:nvSpPr>
        <dsp:cNvPr id="0" name=""/>
        <dsp:cNvSpPr/>
      </dsp:nvSpPr>
      <dsp:spPr>
        <a:xfrm>
          <a:off x="186662" y="1262139"/>
          <a:ext cx="800214" cy="80021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A33801-E152-433B-8BCF-D4236432B3F0}">
      <dsp:nvSpPr>
        <dsp:cNvPr id="0" name=""/>
        <dsp:cNvSpPr/>
      </dsp:nvSpPr>
      <dsp:spPr>
        <a:xfrm>
          <a:off x="354707" y="1430184"/>
          <a:ext cx="464124" cy="46412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98E90A-8F89-4E50-8D24-EFCF69F0A1AB}">
      <dsp:nvSpPr>
        <dsp:cNvPr id="0" name=""/>
        <dsp:cNvSpPr/>
      </dsp:nvSpPr>
      <dsp:spPr>
        <a:xfrm>
          <a:off x="1158352" y="1262139"/>
          <a:ext cx="1886220" cy="80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Principal Component Analysis</a:t>
          </a:r>
        </a:p>
      </dsp:txBody>
      <dsp:txXfrm>
        <a:off x="1158352" y="1262139"/>
        <a:ext cx="1886220" cy="800214"/>
      </dsp:txXfrm>
    </dsp:sp>
    <dsp:sp modelId="{EEE9308A-028E-48D1-8445-BCAFE5973D8E}">
      <dsp:nvSpPr>
        <dsp:cNvPr id="0" name=""/>
        <dsp:cNvSpPr/>
      </dsp:nvSpPr>
      <dsp:spPr>
        <a:xfrm>
          <a:off x="3373232" y="1262139"/>
          <a:ext cx="800214" cy="80021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2A1E4C-FD62-4109-A500-8B799E7B6109}">
      <dsp:nvSpPr>
        <dsp:cNvPr id="0" name=""/>
        <dsp:cNvSpPr/>
      </dsp:nvSpPr>
      <dsp:spPr>
        <a:xfrm>
          <a:off x="3541277" y="1430184"/>
          <a:ext cx="464124" cy="46412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6A8B30-3F63-4D40-916D-115F86FF7F8F}">
      <dsp:nvSpPr>
        <dsp:cNvPr id="0" name=""/>
        <dsp:cNvSpPr/>
      </dsp:nvSpPr>
      <dsp:spPr>
        <a:xfrm>
          <a:off x="4344921" y="1262139"/>
          <a:ext cx="1886220" cy="80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ANOVA</a:t>
          </a:r>
        </a:p>
      </dsp:txBody>
      <dsp:txXfrm>
        <a:off x="4344921" y="1262139"/>
        <a:ext cx="1886220" cy="800214"/>
      </dsp:txXfrm>
    </dsp:sp>
    <dsp:sp modelId="{569392B0-2476-40C9-B526-ACA911D8EA6E}">
      <dsp:nvSpPr>
        <dsp:cNvPr id="0" name=""/>
        <dsp:cNvSpPr/>
      </dsp:nvSpPr>
      <dsp:spPr>
        <a:xfrm>
          <a:off x="6559802" y="1262139"/>
          <a:ext cx="800214" cy="800214"/>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5E4848-F700-459E-9403-C73673CCB247}">
      <dsp:nvSpPr>
        <dsp:cNvPr id="0" name=""/>
        <dsp:cNvSpPr/>
      </dsp:nvSpPr>
      <dsp:spPr>
        <a:xfrm>
          <a:off x="6727847" y="1430184"/>
          <a:ext cx="464124" cy="46412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B52BA1-54BE-4A4B-ABC0-D28B31B945F8}">
      <dsp:nvSpPr>
        <dsp:cNvPr id="0" name=""/>
        <dsp:cNvSpPr/>
      </dsp:nvSpPr>
      <dsp:spPr>
        <a:xfrm>
          <a:off x="7531491" y="1262139"/>
          <a:ext cx="1886220" cy="8002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n-US" sz="1800" kern="1200"/>
            <a:t>Correlation Matrices</a:t>
          </a:r>
        </a:p>
      </dsp:txBody>
      <dsp:txXfrm>
        <a:off x="7531491" y="1262139"/>
        <a:ext cx="1886220" cy="8002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A0756C-07FA-4E74-95D2-1202C6DBB617}">
      <dsp:nvSpPr>
        <dsp:cNvPr id="0" name=""/>
        <dsp:cNvSpPr/>
      </dsp:nvSpPr>
      <dsp:spPr>
        <a:xfrm>
          <a:off x="2216" y="897061"/>
          <a:ext cx="1855465" cy="1530371"/>
        </a:xfrm>
        <a:prstGeom prst="roundRect">
          <a:avLst>
            <a:gd name="adj" fmla="val 10000"/>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a:t>Logistic Regression</a:t>
          </a:r>
        </a:p>
        <a:p>
          <a:pPr marL="114300" lvl="1" indent="-114300" algn="l" defTabSz="666750">
            <a:lnSpc>
              <a:spcPct val="90000"/>
            </a:lnSpc>
            <a:spcBef>
              <a:spcPct val="0"/>
            </a:spcBef>
            <a:spcAft>
              <a:spcPct val="15000"/>
            </a:spcAft>
            <a:buChar char="•"/>
          </a:pPr>
          <a:r>
            <a:rPr lang="en-US" sz="1500" kern="1200"/>
            <a:t>Random Forest</a:t>
          </a:r>
        </a:p>
        <a:p>
          <a:pPr marL="114300" lvl="1" indent="-114300" algn="l" defTabSz="666750">
            <a:lnSpc>
              <a:spcPct val="90000"/>
            </a:lnSpc>
            <a:spcBef>
              <a:spcPct val="0"/>
            </a:spcBef>
            <a:spcAft>
              <a:spcPct val="15000"/>
            </a:spcAft>
            <a:buChar char="•"/>
          </a:pPr>
          <a:r>
            <a:rPr lang="en-US" sz="1500" kern="1200"/>
            <a:t>Support Vector Machine</a:t>
          </a:r>
        </a:p>
      </dsp:txBody>
      <dsp:txXfrm>
        <a:off x="37434" y="932279"/>
        <a:ext cx="1785029" cy="1131998"/>
      </dsp:txXfrm>
    </dsp:sp>
    <dsp:sp modelId="{D84209E0-E635-43BA-93A0-625922E68D22}">
      <dsp:nvSpPr>
        <dsp:cNvPr id="0" name=""/>
        <dsp:cNvSpPr/>
      </dsp:nvSpPr>
      <dsp:spPr>
        <a:xfrm>
          <a:off x="1001444" y="1105335"/>
          <a:ext cx="2277006" cy="2277006"/>
        </a:xfrm>
        <a:prstGeom prst="leftCircularArrow">
          <a:avLst>
            <a:gd name="adj1" fmla="val 4161"/>
            <a:gd name="adj2" fmla="val 524533"/>
            <a:gd name="adj3" fmla="val 2300044"/>
            <a:gd name="adj4" fmla="val 9024489"/>
            <a:gd name="adj5" fmla="val 4854"/>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A6922D69-417C-4536-B644-8CDAF7FC8792}">
      <dsp:nvSpPr>
        <dsp:cNvPr id="0" name=""/>
        <dsp:cNvSpPr/>
      </dsp:nvSpPr>
      <dsp:spPr>
        <a:xfrm>
          <a:off x="414541" y="2099495"/>
          <a:ext cx="1649302" cy="655873"/>
        </a:xfrm>
        <a:prstGeom prst="roundRect">
          <a:avLst>
            <a:gd name="adj" fmla="val 10000"/>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a:latin typeface="Gill Sans MT" panose="020B0502020104020203"/>
            </a:rPr>
            <a:t>Select Model</a:t>
          </a:r>
          <a:endParaRPr lang="en-US" sz="1700" kern="1200"/>
        </a:p>
      </dsp:txBody>
      <dsp:txXfrm>
        <a:off x="433751" y="2118705"/>
        <a:ext cx="1610882" cy="617453"/>
      </dsp:txXfrm>
    </dsp:sp>
    <dsp:sp modelId="{25AFA907-ADB1-4E8B-9BEF-EA5E2643772C}">
      <dsp:nvSpPr>
        <dsp:cNvPr id="0" name=""/>
        <dsp:cNvSpPr/>
      </dsp:nvSpPr>
      <dsp:spPr>
        <a:xfrm>
          <a:off x="2514987" y="897061"/>
          <a:ext cx="1855465" cy="1530371"/>
        </a:xfrm>
        <a:prstGeom prst="roundRect">
          <a:avLst>
            <a:gd name="adj" fmla="val 10000"/>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dirty="0">
              <a:latin typeface="Gill Sans MT" panose="020B0502020104020203"/>
            </a:rPr>
            <a:t>Grid Search</a:t>
          </a:r>
          <a:endParaRPr lang="en-US" sz="1500" kern="1200" dirty="0"/>
        </a:p>
        <a:p>
          <a:pPr marL="114300" lvl="1" indent="-114300" algn="l" defTabSz="666750" rtl="0">
            <a:lnSpc>
              <a:spcPct val="90000"/>
            </a:lnSpc>
            <a:spcBef>
              <a:spcPct val="0"/>
            </a:spcBef>
            <a:spcAft>
              <a:spcPct val="15000"/>
            </a:spcAft>
            <a:buChar char="•"/>
          </a:pPr>
          <a:r>
            <a:rPr lang="en-US" sz="1500" kern="1200" dirty="0">
              <a:latin typeface="Gill Sans MT" panose="020B0502020104020203"/>
            </a:rPr>
            <a:t>Bayes Search</a:t>
          </a:r>
        </a:p>
      </dsp:txBody>
      <dsp:txXfrm>
        <a:off x="2550205" y="1260216"/>
        <a:ext cx="1785029" cy="1131998"/>
      </dsp:txXfrm>
    </dsp:sp>
    <dsp:sp modelId="{B6C180B0-16BF-4DAD-A73B-08C072693E05}">
      <dsp:nvSpPr>
        <dsp:cNvPr id="0" name=""/>
        <dsp:cNvSpPr/>
      </dsp:nvSpPr>
      <dsp:spPr>
        <a:xfrm>
          <a:off x="3498754" y="-117852"/>
          <a:ext cx="2514093" cy="2514093"/>
        </a:xfrm>
        <a:prstGeom prst="circularArrow">
          <a:avLst>
            <a:gd name="adj1" fmla="val 3768"/>
            <a:gd name="adj2" fmla="val 470581"/>
            <a:gd name="adj3" fmla="val 19353908"/>
            <a:gd name="adj4" fmla="val 12575511"/>
            <a:gd name="adj5" fmla="val 4396"/>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8000"/>
                <a:satMod val="130000"/>
                <a:lumMod val="92000"/>
              </a:schemeClr>
            </a:gs>
            <a:gs pos="100000">
              <a:schemeClr val="accent3">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9CCAEAA-1500-4C31-8F2C-57A2788BDFA5}">
      <dsp:nvSpPr>
        <dsp:cNvPr id="0" name=""/>
        <dsp:cNvSpPr/>
      </dsp:nvSpPr>
      <dsp:spPr>
        <a:xfrm>
          <a:off x="2927313" y="569124"/>
          <a:ext cx="1649302" cy="655873"/>
        </a:xfrm>
        <a:prstGeom prst="roundRect">
          <a:avLst>
            <a:gd name="adj" fmla="val 10000"/>
          </a:avLst>
        </a:prstGeom>
        <a:gradFill rotWithShape="0">
          <a:gsLst>
            <a:gs pos="0">
              <a:schemeClr val="accent3">
                <a:hueOff val="0"/>
                <a:satOff val="0"/>
                <a:lumOff val="0"/>
                <a:alphaOff val="0"/>
                <a:tint val="98000"/>
                <a:satMod val="110000"/>
                <a:lumMod val="104000"/>
              </a:schemeClr>
            </a:gs>
            <a:gs pos="69000">
              <a:schemeClr val="accent3">
                <a:hueOff val="0"/>
                <a:satOff val="0"/>
                <a:lumOff val="0"/>
                <a:alphaOff val="0"/>
                <a:shade val="88000"/>
                <a:satMod val="130000"/>
                <a:lumMod val="92000"/>
              </a:schemeClr>
            </a:gs>
            <a:gs pos="100000">
              <a:schemeClr val="accent3">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a:latin typeface="Gill Sans MT" panose="020B0502020104020203"/>
            </a:rPr>
            <a:t>Tune Hyperparameters</a:t>
          </a:r>
        </a:p>
      </dsp:txBody>
      <dsp:txXfrm>
        <a:off x="2946523" y="588334"/>
        <a:ext cx="1610882" cy="617453"/>
      </dsp:txXfrm>
    </dsp:sp>
    <dsp:sp modelId="{1B609AAA-20CA-4E2F-B11F-FA441D072FEF}">
      <dsp:nvSpPr>
        <dsp:cNvPr id="0" name=""/>
        <dsp:cNvSpPr/>
      </dsp:nvSpPr>
      <dsp:spPr>
        <a:xfrm>
          <a:off x="5027759" y="897061"/>
          <a:ext cx="1855465" cy="1530371"/>
        </a:xfrm>
        <a:prstGeom prst="roundRect">
          <a:avLst>
            <a:gd name="adj" fmla="val 10000"/>
          </a:avLst>
        </a:prstGeom>
        <a:solidFill>
          <a:schemeClr val="lt1">
            <a:alpha val="9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rtl="0">
            <a:lnSpc>
              <a:spcPct val="90000"/>
            </a:lnSpc>
            <a:spcBef>
              <a:spcPct val="0"/>
            </a:spcBef>
            <a:spcAft>
              <a:spcPct val="15000"/>
            </a:spcAft>
            <a:buChar char="•"/>
          </a:pPr>
          <a:r>
            <a:rPr lang="en-US" sz="1500" kern="1200" dirty="0">
              <a:latin typeface="Gill Sans MT" panose="020B0502020104020203"/>
            </a:rPr>
            <a:t> 80 / 20 Split</a:t>
          </a:r>
        </a:p>
      </dsp:txBody>
      <dsp:txXfrm>
        <a:off x="5062977" y="932279"/>
        <a:ext cx="1785029" cy="1131998"/>
      </dsp:txXfrm>
    </dsp:sp>
    <dsp:sp modelId="{ECF77A2B-01BF-4C12-9E5A-90ED33E5ACEC}">
      <dsp:nvSpPr>
        <dsp:cNvPr id="0" name=""/>
        <dsp:cNvSpPr/>
      </dsp:nvSpPr>
      <dsp:spPr>
        <a:xfrm>
          <a:off x="6026987" y="1105335"/>
          <a:ext cx="2277006" cy="2277006"/>
        </a:xfrm>
        <a:prstGeom prst="leftCircularArrow">
          <a:avLst>
            <a:gd name="adj1" fmla="val 4161"/>
            <a:gd name="adj2" fmla="val 524533"/>
            <a:gd name="adj3" fmla="val 2300044"/>
            <a:gd name="adj4" fmla="val 9024489"/>
            <a:gd name="adj5" fmla="val 4854"/>
          </a:avLst>
        </a:prstGeom>
        <a:gradFill rotWithShape="0">
          <a:gsLst>
            <a:gs pos="0">
              <a:schemeClr val="accent4">
                <a:hueOff val="0"/>
                <a:satOff val="0"/>
                <a:lumOff val="0"/>
                <a:alphaOff val="0"/>
                <a:tint val="98000"/>
                <a:satMod val="110000"/>
                <a:lumMod val="104000"/>
              </a:schemeClr>
            </a:gs>
            <a:gs pos="69000">
              <a:schemeClr val="accent4">
                <a:hueOff val="0"/>
                <a:satOff val="0"/>
                <a:lumOff val="0"/>
                <a:alphaOff val="0"/>
                <a:shade val="88000"/>
                <a:satMod val="130000"/>
                <a:lumMod val="92000"/>
              </a:schemeClr>
            </a:gs>
            <a:gs pos="100000">
              <a:schemeClr val="accent4">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553C539-3769-4EAA-B1BC-B30B94192AC7}">
      <dsp:nvSpPr>
        <dsp:cNvPr id="0" name=""/>
        <dsp:cNvSpPr/>
      </dsp:nvSpPr>
      <dsp:spPr>
        <a:xfrm>
          <a:off x="5440084" y="2099495"/>
          <a:ext cx="1649302" cy="655873"/>
        </a:xfrm>
        <a:prstGeom prst="roundRect">
          <a:avLst>
            <a:gd name="adj" fmla="val 10000"/>
          </a:avLst>
        </a:prstGeom>
        <a:gradFill rotWithShape="0">
          <a:gsLst>
            <a:gs pos="0">
              <a:schemeClr val="accent4">
                <a:hueOff val="0"/>
                <a:satOff val="0"/>
                <a:lumOff val="0"/>
                <a:alphaOff val="0"/>
                <a:tint val="98000"/>
                <a:satMod val="110000"/>
                <a:lumMod val="104000"/>
              </a:schemeClr>
            </a:gs>
            <a:gs pos="69000">
              <a:schemeClr val="accent4">
                <a:hueOff val="0"/>
                <a:satOff val="0"/>
                <a:lumOff val="0"/>
                <a:alphaOff val="0"/>
                <a:shade val="88000"/>
                <a:satMod val="130000"/>
                <a:lumMod val="92000"/>
              </a:schemeClr>
            </a:gs>
            <a:gs pos="100000">
              <a:schemeClr val="accent4">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a:latin typeface="Gill Sans MT" panose="020B0502020104020203"/>
            </a:rPr>
            <a:t>Cross</a:t>
          </a:r>
          <a:r>
            <a:rPr lang="en-US" sz="1700" kern="1200" dirty="0">
              <a:latin typeface="Gill Sans MT" panose="020B0502020104020203"/>
            </a:rPr>
            <a:t> Validation</a:t>
          </a:r>
        </a:p>
      </dsp:txBody>
      <dsp:txXfrm>
        <a:off x="5459294" y="2118705"/>
        <a:ext cx="1610882" cy="617453"/>
      </dsp:txXfrm>
    </dsp:sp>
    <dsp:sp modelId="{11943D0C-CE03-4A90-A2B9-CF5574CCB4C7}">
      <dsp:nvSpPr>
        <dsp:cNvPr id="0" name=""/>
        <dsp:cNvSpPr/>
      </dsp:nvSpPr>
      <dsp:spPr>
        <a:xfrm>
          <a:off x="7540530" y="897061"/>
          <a:ext cx="1855465" cy="1530371"/>
        </a:xfrm>
        <a:prstGeom prst="roundRect">
          <a:avLst>
            <a:gd name="adj" fmla="val 10000"/>
          </a:avLst>
        </a:prstGeom>
        <a:solidFill>
          <a:schemeClr val="lt1">
            <a:alpha val="90000"/>
            <a:hueOff val="0"/>
            <a:satOff val="0"/>
            <a:lumOff val="0"/>
            <a:alphaOff val="0"/>
          </a:schemeClr>
        </a:solidFill>
        <a:ln w="9525" cap="flat" cmpd="sng" algn="ctr">
          <a:solidFill>
            <a:schemeClr val="accent5">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8575" tIns="28575" rIns="28575" bIns="28575" numCol="1" spcCol="1270" anchor="t" anchorCtr="0">
          <a:noAutofit/>
        </a:bodyPr>
        <a:lstStyle/>
        <a:p>
          <a:pPr marL="114300" lvl="1" indent="-114300" algn="l" defTabSz="666750">
            <a:lnSpc>
              <a:spcPct val="90000"/>
            </a:lnSpc>
            <a:spcBef>
              <a:spcPct val="0"/>
            </a:spcBef>
            <a:spcAft>
              <a:spcPct val="15000"/>
            </a:spcAft>
            <a:buChar char="•"/>
          </a:pPr>
          <a:r>
            <a:rPr lang="en-US" sz="1500" kern="1200" dirty="0">
              <a:latin typeface="Gill Sans MT" panose="020B0502020104020203"/>
            </a:rPr>
            <a:t>ROC Curve</a:t>
          </a:r>
        </a:p>
        <a:p>
          <a:pPr marL="114300" lvl="1" indent="-114300" algn="l" defTabSz="666750" rtl="0">
            <a:lnSpc>
              <a:spcPct val="90000"/>
            </a:lnSpc>
            <a:spcBef>
              <a:spcPct val="0"/>
            </a:spcBef>
            <a:spcAft>
              <a:spcPct val="15000"/>
            </a:spcAft>
            <a:buChar char="•"/>
          </a:pPr>
          <a:r>
            <a:rPr lang="en-US" sz="1500" kern="1200" dirty="0">
              <a:latin typeface="Gill Sans MT" panose="020B0502020104020203"/>
            </a:rPr>
            <a:t>Precision / Recall</a:t>
          </a:r>
        </a:p>
        <a:p>
          <a:pPr marL="114300" lvl="1" indent="-114300" algn="l" defTabSz="666750" rtl="0">
            <a:lnSpc>
              <a:spcPct val="90000"/>
            </a:lnSpc>
            <a:spcBef>
              <a:spcPct val="0"/>
            </a:spcBef>
            <a:spcAft>
              <a:spcPct val="15000"/>
            </a:spcAft>
            <a:buChar char="•"/>
          </a:pPr>
          <a:r>
            <a:rPr lang="en-US" sz="1500" kern="1200" dirty="0">
              <a:latin typeface="Gill Sans MT" panose="020B0502020104020203"/>
            </a:rPr>
            <a:t>Confusion Matrix</a:t>
          </a:r>
          <a:endParaRPr lang="en-US" sz="1500" kern="1200" dirty="0"/>
        </a:p>
        <a:p>
          <a:pPr marL="114300" lvl="1" indent="-114300" algn="l" defTabSz="666750">
            <a:lnSpc>
              <a:spcPct val="90000"/>
            </a:lnSpc>
            <a:spcBef>
              <a:spcPct val="0"/>
            </a:spcBef>
            <a:spcAft>
              <a:spcPct val="15000"/>
            </a:spcAft>
            <a:buChar char="•"/>
          </a:pPr>
          <a:endParaRPr lang="en-US" sz="1500" kern="1200" dirty="0">
            <a:latin typeface="Gill Sans MT" panose="020B0502020104020203"/>
          </a:endParaRPr>
        </a:p>
      </dsp:txBody>
      <dsp:txXfrm>
        <a:off x="7575748" y="1260216"/>
        <a:ext cx="1785029" cy="1131998"/>
      </dsp:txXfrm>
    </dsp:sp>
    <dsp:sp modelId="{95D83D9C-1E7F-4EC3-AE3D-44FE2A70161C}">
      <dsp:nvSpPr>
        <dsp:cNvPr id="0" name=""/>
        <dsp:cNvSpPr/>
      </dsp:nvSpPr>
      <dsp:spPr>
        <a:xfrm>
          <a:off x="7952856" y="569124"/>
          <a:ext cx="1649302" cy="655873"/>
        </a:xfrm>
        <a:prstGeom prst="roundRect">
          <a:avLst>
            <a:gd name="adj" fmla="val 10000"/>
          </a:avLst>
        </a:prstGeom>
        <a:gradFill rotWithShape="0">
          <a:gsLst>
            <a:gs pos="0">
              <a:schemeClr val="accent5">
                <a:hueOff val="0"/>
                <a:satOff val="0"/>
                <a:lumOff val="0"/>
                <a:alphaOff val="0"/>
                <a:tint val="98000"/>
                <a:satMod val="110000"/>
                <a:lumMod val="104000"/>
              </a:schemeClr>
            </a:gs>
            <a:gs pos="69000">
              <a:schemeClr val="accent5">
                <a:hueOff val="0"/>
                <a:satOff val="0"/>
                <a:lumOff val="0"/>
                <a:alphaOff val="0"/>
                <a:shade val="88000"/>
                <a:satMod val="130000"/>
                <a:lumMod val="92000"/>
              </a:schemeClr>
            </a:gs>
            <a:gs pos="100000">
              <a:schemeClr val="accent5">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rtl="0">
            <a:lnSpc>
              <a:spcPct val="90000"/>
            </a:lnSpc>
            <a:spcBef>
              <a:spcPct val="0"/>
            </a:spcBef>
            <a:spcAft>
              <a:spcPct val="35000"/>
            </a:spcAft>
            <a:buNone/>
          </a:pPr>
          <a:r>
            <a:rPr lang="en-US" sz="1700" kern="1200" dirty="0">
              <a:latin typeface="Gill Sans MT" panose="020B0502020104020203"/>
            </a:rPr>
            <a:t>Metric Measurements</a:t>
          </a:r>
        </a:p>
      </dsp:txBody>
      <dsp:txXfrm>
        <a:off x="7972066" y="588334"/>
        <a:ext cx="1610882" cy="61745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9FE4D-BA61-426E-A395-3E6F98501AC2}">
      <dsp:nvSpPr>
        <dsp:cNvPr id="0" name=""/>
        <dsp:cNvSpPr/>
      </dsp:nvSpPr>
      <dsp:spPr>
        <a:xfrm>
          <a:off x="252" y="1542475"/>
          <a:ext cx="1376206" cy="688103"/>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rtl="0">
            <a:lnSpc>
              <a:spcPct val="90000"/>
            </a:lnSpc>
            <a:spcBef>
              <a:spcPct val="0"/>
            </a:spcBef>
            <a:spcAft>
              <a:spcPct val="35000"/>
            </a:spcAft>
            <a:buNone/>
          </a:pPr>
          <a:r>
            <a:rPr lang="en-US" sz="1500" kern="1200">
              <a:latin typeface="Gill Sans MT" panose="020B0502020104020203"/>
            </a:rPr>
            <a:t>Best Models</a:t>
          </a:r>
          <a:endParaRPr lang="en-US" sz="1500" kern="1200"/>
        </a:p>
      </dsp:txBody>
      <dsp:txXfrm>
        <a:off x="20406" y="1562629"/>
        <a:ext cx="1335898" cy="647795"/>
      </dsp:txXfrm>
    </dsp:sp>
    <dsp:sp modelId="{B0BE5409-0090-48D6-8A05-D4D6C3E2C8FC}">
      <dsp:nvSpPr>
        <dsp:cNvPr id="0" name=""/>
        <dsp:cNvSpPr/>
      </dsp:nvSpPr>
      <dsp:spPr>
        <a:xfrm rot="17692822">
          <a:off x="997493" y="1276624"/>
          <a:ext cx="1308414" cy="32827"/>
        </a:xfrm>
        <a:custGeom>
          <a:avLst/>
          <a:gdLst/>
          <a:ahLst/>
          <a:cxnLst/>
          <a:rect l="0" t="0" r="0" b="0"/>
          <a:pathLst>
            <a:path>
              <a:moveTo>
                <a:pt x="0" y="16413"/>
              </a:moveTo>
              <a:lnTo>
                <a:pt x="1308414" y="16413"/>
              </a:lnTo>
            </a:path>
          </a:pathLst>
        </a:custGeom>
        <a:noFill/>
        <a:ln w="1587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18989" y="1260327"/>
        <a:ext cx="65420" cy="65420"/>
      </dsp:txXfrm>
    </dsp:sp>
    <dsp:sp modelId="{A7F83154-BD8B-494E-A7D5-1AC2F229BF2F}">
      <dsp:nvSpPr>
        <dsp:cNvPr id="0" name=""/>
        <dsp:cNvSpPr/>
      </dsp:nvSpPr>
      <dsp:spPr>
        <a:xfrm>
          <a:off x="1926941" y="355497"/>
          <a:ext cx="1376206" cy="688103"/>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l" defTabSz="666750" rtl="0">
            <a:lnSpc>
              <a:spcPct val="120000"/>
            </a:lnSpc>
            <a:spcBef>
              <a:spcPct val="0"/>
            </a:spcBef>
            <a:spcAft>
              <a:spcPct val="35000"/>
            </a:spcAft>
            <a:buNone/>
          </a:pPr>
          <a:r>
            <a:rPr lang="en-US" sz="1500" kern="1200"/>
            <a:t>Raw Data</a:t>
          </a:r>
        </a:p>
      </dsp:txBody>
      <dsp:txXfrm>
        <a:off x="1947095" y="375651"/>
        <a:ext cx="1335898" cy="647795"/>
      </dsp:txXfrm>
    </dsp:sp>
    <dsp:sp modelId="{EC781E1B-AC21-492F-A0AA-64E85EEA7DC0}">
      <dsp:nvSpPr>
        <dsp:cNvPr id="0" name=""/>
        <dsp:cNvSpPr/>
      </dsp:nvSpPr>
      <dsp:spPr>
        <a:xfrm>
          <a:off x="3303148" y="683135"/>
          <a:ext cx="550482" cy="32827"/>
        </a:xfrm>
        <a:custGeom>
          <a:avLst/>
          <a:gdLst/>
          <a:ahLst/>
          <a:cxnLst/>
          <a:rect l="0" t="0" r="0" b="0"/>
          <a:pathLst>
            <a:path>
              <a:moveTo>
                <a:pt x="0" y="16413"/>
              </a:moveTo>
              <a:lnTo>
                <a:pt x="550482" y="16413"/>
              </a:lnTo>
            </a:path>
          </a:pathLst>
        </a:custGeom>
        <a:noFill/>
        <a:ln w="15875"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64627" y="685786"/>
        <a:ext cx="27524" cy="27524"/>
      </dsp:txXfrm>
    </dsp:sp>
    <dsp:sp modelId="{743A90D1-2DCF-4440-B38F-8E4269D21E95}">
      <dsp:nvSpPr>
        <dsp:cNvPr id="0" name=""/>
        <dsp:cNvSpPr/>
      </dsp:nvSpPr>
      <dsp:spPr>
        <a:xfrm>
          <a:off x="3853631" y="355497"/>
          <a:ext cx="1376206" cy="688103"/>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l" defTabSz="666750">
            <a:lnSpc>
              <a:spcPct val="120000"/>
            </a:lnSpc>
            <a:spcBef>
              <a:spcPct val="0"/>
            </a:spcBef>
            <a:spcAft>
              <a:spcPct val="35000"/>
            </a:spcAft>
            <a:buNone/>
          </a:pPr>
          <a:r>
            <a:rPr lang="en-US" sz="1500" kern="1200"/>
            <a:t>SVM</a:t>
          </a:r>
        </a:p>
      </dsp:txBody>
      <dsp:txXfrm>
        <a:off x="3873785" y="375651"/>
        <a:ext cx="1335898" cy="647795"/>
      </dsp:txXfrm>
    </dsp:sp>
    <dsp:sp modelId="{9750624A-529C-4012-BDBA-B840ABE817B0}">
      <dsp:nvSpPr>
        <dsp:cNvPr id="0" name=""/>
        <dsp:cNvSpPr/>
      </dsp:nvSpPr>
      <dsp:spPr>
        <a:xfrm rot="19457599">
          <a:off x="1312739" y="1672283"/>
          <a:ext cx="677921" cy="32827"/>
        </a:xfrm>
        <a:custGeom>
          <a:avLst/>
          <a:gdLst/>
          <a:ahLst/>
          <a:cxnLst/>
          <a:rect l="0" t="0" r="0" b="0"/>
          <a:pathLst>
            <a:path>
              <a:moveTo>
                <a:pt x="0" y="16413"/>
              </a:moveTo>
              <a:lnTo>
                <a:pt x="677921" y="16413"/>
              </a:lnTo>
            </a:path>
          </a:pathLst>
        </a:custGeom>
        <a:noFill/>
        <a:ln w="1587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34752" y="1671749"/>
        <a:ext cx="33896" cy="33896"/>
      </dsp:txXfrm>
    </dsp:sp>
    <dsp:sp modelId="{84424671-9419-449A-8707-B0328A5F067E}">
      <dsp:nvSpPr>
        <dsp:cNvPr id="0" name=""/>
        <dsp:cNvSpPr/>
      </dsp:nvSpPr>
      <dsp:spPr>
        <a:xfrm>
          <a:off x="1926941" y="1146815"/>
          <a:ext cx="1376206" cy="688103"/>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l" defTabSz="666750">
            <a:lnSpc>
              <a:spcPct val="120000"/>
            </a:lnSpc>
            <a:spcBef>
              <a:spcPct val="0"/>
            </a:spcBef>
            <a:spcAft>
              <a:spcPct val="35000"/>
            </a:spcAft>
            <a:buNone/>
          </a:pPr>
          <a:r>
            <a:rPr lang="en-US" sz="1500" kern="1200"/>
            <a:t>Percent Data</a:t>
          </a:r>
        </a:p>
      </dsp:txBody>
      <dsp:txXfrm>
        <a:off x="1947095" y="1166969"/>
        <a:ext cx="1335898" cy="647795"/>
      </dsp:txXfrm>
    </dsp:sp>
    <dsp:sp modelId="{1D4AFAF3-91DE-459C-A0A3-3591F3249679}">
      <dsp:nvSpPr>
        <dsp:cNvPr id="0" name=""/>
        <dsp:cNvSpPr/>
      </dsp:nvSpPr>
      <dsp:spPr>
        <a:xfrm>
          <a:off x="3303148" y="1474453"/>
          <a:ext cx="550482" cy="32827"/>
        </a:xfrm>
        <a:custGeom>
          <a:avLst/>
          <a:gdLst/>
          <a:ahLst/>
          <a:cxnLst/>
          <a:rect l="0" t="0" r="0" b="0"/>
          <a:pathLst>
            <a:path>
              <a:moveTo>
                <a:pt x="0" y="16413"/>
              </a:moveTo>
              <a:lnTo>
                <a:pt x="550482" y="16413"/>
              </a:lnTo>
            </a:path>
          </a:pathLst>
        </a:custGeom>
        <a:noFill/>
        <a:ln w="15875"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64627" y="1477105"/>
        <a:ext cx="27524" cy="27524"/>
      </dsp:txXfrm>
    </dsp:sp>
    <dsp:sp modelId="{792D77E7-2785-44BA-BEC3-D88C7E8968E9}">
      <dsp:nvSpPr>
        <dsp:cNvPr id="0" name=""/>
        <dsp:cNvSpPr/>
      </dsp:nvSpPr>
      <dsp:spPr>
        <a:xfrm>
          <a:off x="3853631" y="1146815"/>
          <a:ext cx="1376206" cy="688103"/>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l" defTabSz="666750">
            <a:lnSpc>
              <a:spcPct val="120000"/>
            </a:lnSpc>
            <a:spcBef>
              <a:spcPct val="0"/>
            </a:spcBef>
            <a:spcAft>
              <a:spcPct val="35000"/>
            </a:spcAft>
            <a:buNone/>
          </a:pPr>
          <a:r>
            <a:rPr lang="en-US" sz="1500" kern="1200"/>
            <a:t>Random Forest</a:t>
          </a:r>
        </a:p>
      </dsp:txBody>
      <dsp:txXfrm>
        <a:off x="3873785" y="1166969"/>
        <a:ext cx="1335898" cy="647795"/>
      </dsp:txXfrm>
    </dsp:sp>
    <dsp:sp modelId="{69F6D5A7-B404-44A7-B6B6-B238CEF22873}">
      <dsp:nvSpPr>
        <dsp:cNvPr id="0" name=""/>
        <dsp:cNvSpPr/>
      </dsp:nvSpPr>
      <dsp:spPr>
        <a:xfrm rot="2142401">
          <a:off x="1312739" y="2067943"/>
          <a:ext cx="677921" cy="32827"/>
        </a:xfrm>
        <a:custGeom>
          <a:avLst/>
          <a:gdLst/>
          <a:ahLst/>
          <a:cxnLst/>
          <a:rect l="0" t="0" r="0" b="0"/>
          <a:pathLst>
            <a:path>
              <a:moveTo>
                <a:pt x="0" y="16413"/>
              </a:moveTo>
              <a:lnTo>
                <a:pt x="677921" y="16413"/>
              </a:lnTo>
            </a:path>
          </a:pathLst>
        </a:custGeom>
        <a:noFill/>
        <a:ln w="1587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34752" y="2067408"/>
        <a:ext cx="33896" cy="33896"/>
      </dsp:txXfrm>
    </dsp:sp>
    <dsp:sp modelId="{DE71802F-2DCA-45D4-9879-D91C5ED27C36}">
      <dsp:nvSpPr>
        <dsp:cNvPr id="0" name=""/>
        <dsp:cNvSpPr/>
      </dsp:nvSpPr>
      <dsp:spPr>
        <a:xfrm>
          <a:off x="1926941" y="1938134"/>
          <a:ext cx="1376206" cy="688103"/>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l" defTabSz="666750" rtl="0">
            <a:lnSpc>
              <a:spcPct val="120000"/>
            </a:lnSpc>
            <a:spcBef>
              <a:spcPct val="0"/>
            </a:spcBef>
            <a:spcAft>
              <a:spcPct val="35000"/>
            </a:spcAft>
            <a:buNone/>
          </a:pPr>
          <a:r>
            <a:rPr lang="en-US" sz="1500" kern="1200">
              <a:latin typeface="Gill Sans MT" panose="020B0502020104020203"/>
            </a:rPr>
            <a:t>Microeconomic</a:t>
          </a:r>
          <a:endParaRPr lang="en-US" sz="1500" kern="1200"/>
        </a:p>
      </dsp:txBody>
      <dsp:txXfrm>
        <a:off x="1947095" y="1958288"/>
        <a:ext cx="1335898" cy="647795"/>
      </dsp:txXfrm>
    </dsp:sp>
    <dsp:sp modelId="{801BB2CE-4125-4ACB-816E-013A024D9212}">
      <dsp:nvSpPr>
        <dsp:cNvPr id="0" name=""/>
        <dsp:cNvSpPr/>
      </dsp:nvSpPr>
      <dsp:spPr>
        <a:xfrm>
          <a:off x="3303148" y="2265772"/>
          <a:ext cx="550482" cy="32827"/>
        </a:xfrm>
        <a:custGeom>
          <a:avLst/>
          <a:gdLst/>
          <a:ahLst/>
          <a:cxnLst/>
          <a:rect l="0" t="0" r="0" b="0"/>
          <a:pathLst>
            <a:path>
              <a:moveTo>
                <a:pt x="0" y="16413"/>
              </a:moveTo>
              <a:lnTo>
                <a:pt x="550482" y="16413"/>
              </a:lnTo>
            </a:path>
          </a:pathLst>
        </a:custGeom>
        <a:noFill/>
        <a:ln w="15875"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64627" y="2268424"/>
        <a:ext cx="27524" cy="27524"/>
      </dsp:txXfrm>
    </dsp:sp>
    <dsp:sp modelId="{F31DEE0B-C3BA-4374-95F0-32CAA31BFF99}">
      <dsp:nvSpPr>
        <dsp:cNvPr id="0" name=""/>
        <dsp:cNvSpPr/>
      </dsp:nvSpPr>
      <dsp:spPr>
        <a:xfrm>
          <a:off x="3853631" y="1938134"/>
          <a:ext cx="1376206" cy="688103"/>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l" defTabSz="666750">
            <a:lnSpc>
              <a:spcPct val="120000"/>
            </a:lnSpc>
            <a:spcBef>
              <a:spcPct val="0"/>
            </a:spcBef>
            <a:spcAft>
              <a:spcPct val="35000"/>
            </a:spcAft>
            <a:buNone/>
          </a:pPr>
          <a:r>
            <a:rPr lang="en-US" sz="1500" kern="1200"/>
            <a:t>SVM</a:t>
          </a:r>
        </a:p>
      </dsp:txBody>
      <dsp:txXfrm>
        <a:off x="3873785" y="1958288"/>
        <a:ext cx="1335898" cy="647795"/>
      </dsp:txXfrm>
    </dsp:sp>
    <dsp:sp modelId="{88F42385-8FF5-4EF1-B356-6264BCD708AF}">
      <dsp:nvSpPr>
        <dsp:cNvPr id="0" name=""/>
        <dsp:cNvSpPr/>
      </dsp:nvSpPr>
      <dsp:spPr>
        <a:xfrm rot="3907178">
          <a:off x="997493" y="2463602"/>
          <a:ext cx="1308414" cy="32827"/>
        </a:xfrm>
        <a:custGeom>
          <a:avLst/>
          <a:gdLst/>
          <a:ahLst/>
          <a:cxnLst/>
          <a:rect l="0" t="0" r="0" b="0"/>
          <a:pathLst>
            <a:path>
              <a:moveTo>
                <a:pt x="0" y="16413"/>
              </a:moveTo>
              <a:lnTo>
                <a:pt x="1308414" y="16413"/>
              </a:lnTo>
            </a:path>
          </a:pathLst>
        </a:custGeom>
        <a:noFill/>
        <a:ln w="1587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18989" y="2447305"/>
        <a:ext cx="65420" cy="65420"/>
      </dsp:txXfrm>
    </dsp:sp>
    <dsp:sp modelId="{6B12801E-8A5F-4F81-A073-535D88EDC054}">
      <dsp:nvSpPr>
        <dsp:cNvPr id="0" name=""/>
        <dsp:cNvSpPr/>
      </dsp:nvSpPr>
      <dsp:spPr>
        <a:xfrm>
          <a:off x="1926941" y="2729453"/>
          <a:ext cx="1376206" cy="688103"/>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l" defTabSz="666750">
            <a:lnSpc>
              <a:spcPct val="120000"/>
            </a:lnSpc>
            <a:spcBef>
              <a:spcPct val="0"/>
            </a:spcBef>
            <a:spcAft>
              <a:spcPct val="35000"/>
            </a:spcAft>
            <a:buNone/>
          </a:pPr>
          <a:r>
            <a:rPr lang="en-US" sz="1500" kern="1200">
              <a:latin typeface="Gill Sans MT" panose="020B0502020104020203"/>
            </a:rPr>
            <a:t>Macroeconomic</a:t>
          </a:r>
          <a:endParaRPr lang="en-US" sz="1500" kern="1200"/>
        </a:p>
      </dsp:txBody>
      <dsp:txXfrm>
        <a:off x="1947095" y="2749607"/>
        <a:ext cx="1335898" cy="647795"/>
      </dsp:txXfrm>
    </dsp:sp>
    <dsp:sp modelId="{FFF6865A-C59F-495F-8E61-BF1BA02B38E4}">
      <dsp:nvSpPr>
        <dsp:cNvPr id="0" name=""/>
        <dsp:cNvSpPr/>
      </dsp:nvSpPr>
      <dsp:spPr>
        <a:xfrm>
          <a:off x="3303148" y="3057091"/>
          <a:ext cx="550482" cy="32827"/>
        </a:xfrm>
        <a:custGeom>
          <a:avLst/>
          <a:gdLst/>
          <a:ahLst/>
          <a:cxnLst/>
          <a:rect l="0" t="0" r="0" b="0"/>
          <a:pathLst>
            <a:path>
              <a:moveTo>
                <a:pt x="0" y="16413"/>
              </a:moveTo>
              <a:lnTo>
                <a:pt x="550482" y="16413"/>
              </a:lnTo>
            </a:path>
          </a:pathLst>
        </a:custGeom>
        <a:noFill/>
        <a:ln w="15875" cap="flat" cmpd="sng" algn="ctr">
          <a:solidFill>
            <a:schemeClr val="accent5">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64627" y="3059743"/>
        <a:ext cx="27524" cy="27524"/>
      </dsp:txXfrm>
    </dsp:sp>
    <dsp:sp modelId="{4020CD14-4A41-42D1-82D1-6AD719682B9B}">
      <dsp:nvSpPr>
        <dsp:cNvPr id="0" name=""/>
        <dsp:cNvSpPr/>
      </dsp:nvSpPr>
      <dsp:spPr>
        <a:xfrm>
          <a:off x="3853631" y="2729453"/>
          <a:ext cx="1376206" cy="688103"/>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l" defTabSz="666750">
            <a:lnSpc>
              <a:spcPct val="120000"/>
            </a:lnSpc>
            <a:spcBef>
              <a:spcPct val="0"/>
            </a:spcBef>
            <a:spcAft>
              <a:spcPct val="35000"/>
            </a:spcAft>
            <a:buNone/>
          </a:pPr>
          <a:r>
            <a:rPr lang="en-US" sz="1500" kern="1200"/>
            <a:t>Random Forest</a:t>
          </a:r>
        </a:p>
      </dsp:txBody>
      <dsp:txXfrm>
        <a:off x="3873785" y="2749607"/>
        <a:ext cx="1335898" cy="64779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07BE95-C99E-4482-B4A9-4AEE5028565B}">
      <dsp:nvSpPr>
        <dsp:cNvPr id="0" name=""/>
        <dsp:cNvSpPr/>
      </dsp:nvSpPr>
      <dsp:spPr>
        <a:xfrm>
          <a:off x="1268" y="1095306"/>
          <a:ext cx="1593754" cy="604800"/>
        </a:xfrm>
        <a:prstGeom prst="roundRect">
          <a:avLst>
            <a:gd name="adj" fmla="val 10000"/>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rtl="0">
            <a:lnSpc>
              <a:spcPct val="90000"/>
            </a:lnSpc>
            <a:spcBef>
              <a:spcPct val="0"/>
            </a:spcBef>
            <a:spcAft>
              <a:spcPct val="35000"/>
            </a:spcAft>
            <a:buNone/>
          </a:pPr>
          <a:r>
            <a:rPr lang="en-US" sz="1400" kern="1200">
              <a:latin typeface="Gill Sans MT" panose="020B0502020104020203"/>
            </a:rPr>
            <a:t>Collect Data</a:t>
          </a:r>
          <a:endParaRPr lang="en-US" sz="1400" kern="1200"/>
        </a:p>
      </dsp:txBody>
      <dsp:txXfrm>
        <a:off x="1268" y="1095306"/>
        <a:ext cx="1593754" cy="403200"/>
      </dsp:txXfrm>
    </dsp:sp>
    <dsp:sp modelId="{18E965A1-9A88-45C9-A302-185CBF215099}">
      <dsp:nvSpPr>
        <dsp:cNvPr id="0" name=""/>
        <dsp:cNvSpPr/>
      </dsp:nvSpPr>
      <dsp:spPr>
        <a:xfrm>
          <a:off x="327699" y="1498506"/>
          <a:ext cx="1593754" cy="856800"/>
        </a:xfrm>
        <a:prstGeom prst="roundRect">
          <a:avLst>
            <a:gd name="adj" fmla="val 10000"/>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rtl="0">
            <a:lnSpc>
              <a:spcPct val="90000"/>
            </a:lnSpc>
            <a:spcBef>
              <a:spcPct val="0"/>
            </a:spcBef>
            <a:spcAft>
              <a:spcPct val="15000"/>
            </a:spcAft>
            <a:buChar char="•"/>
          </a:pPr>
          <a:r>
            <a:rPr lang="en-US" sz="1400" kern="1200">
              <a:latin typeface="Gill Sans MT" panose="020B0502020104020203"/>
            </a:rPr>
            <a:t>Macroeconomic indicators</a:t>
          </a:r>
        </a:p>
        <a:p>
          <a:pPr marL="114300" lvl="1" indent="-114300" algn="l" defTabSz="622300" rtl="0">
            <a:lnSpc>
              <a:spcPct val="90000"/>
            </a:lnSpc>
            <a:spcBef>
              <a:spcPct val="0"/>
            </a:spcBef>
            <a:spcAft>
              <a:spcPct val="15000"/>
            </a:spcAft>
            <a:buChar char="•"/>
          </a:pPr>
          <a:r>
            <a:rPr lang="en-US" sz="1400" kern="1200" dirty="0">
              <a:latin typeface="Gill Sans MT" panose="020B0502020104020203"/>
            </a:rPr>
            <a:t>Raw data only</a:t>
          </a:r>
          <a:endParaRPr lang="en-US" sz="1400" kern="1200" dirty="0"/>
        </a:p>
      </dsp:txBody>
      <dsp:txXfrm>
        <a:off x="352794" y="1523601"/>
        <a:ext cx="1543564" cy="806610"/>
      </dsp:txXfrm>
    </dsp:sp>
    <dsp:sp modelId="{5560C4CA-D59E-4988-9F93-82FDC9015F1D}">
      <dsp:nvSpPr>
        <dsp:cNvPr id="0" name=""/>
        <dsp:cNvSpPr/>
      </dsp:nvSpPr>
      <dsp:spPr>
        <a:xfrm>
          <a:off x="1836630" y="1098507"/>
          <a:ext cx="512207" cy="396798"/>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1836630" y="1177867"/>
        <a:ext cx="393168" cy="238078"/>
      </dsp:txXfrm>
    </dsp:sp>
    <dsp:sp modelId="{1617624B-3388-4D79-81CB-4EB32B0F4250}">
      <dsp:nvSpPr>
        <dsp:cNvPr id="0" name=""/>
        <dsp:cNvSpPr/>
      </dsp:nvSpPr>
      <dsp:spPr>
        <a:xfrm>
          <a:off x="2561452" y="1095306"/>
          <a:ext cx="1593754" cy="604800"/>
        </a:xfrm>
        <a:prstGeom prst="roundRect">
          <a:avLst>
            <a:gd name="adj" fmla="val 10000"/>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rtl="0">
            <a:lnSpc>
              <a:spcPct val="90000"/>
            </a:lnSpc>
            <a:spcBef>
              <a:spcPct val="0"/>
            </a:spcBef>
            <a:spcAft>
              <a:spcPct val="35000"/>
            </a:spcAft>
            <a:buNone/>
          </a:pPr>
          <a:r>
            <a:rPr lang="en-US" sz="1400" kern="1200">
              <a:latin typeface="Gill Sans MT" panose="020B0502020104020203"/>
            </a:rPr>
            <a:t>Use Best Models</a:t>
          </a:r>
          <a:endParaRPr lang="en-US" sz="1400" kern="1200"/>
        </a:p>
      </dsp:txBody>
      <dsp:txXfrm>
        <a:off x="2561452" y="1095306"/>
        <a:ext cx="1593754" cy="403200"/>
      </dsp:txXfrm>
    </dsp:sp>
    <dsp:sp modelId="{A9B018B2-DF79-4316-A984-B978D1497695}">
      <dsp:nvSpPr>
        <dsp:cNvPr id="0" name=""/>
        <dsp:cNvSpPr/>
      </dsp:nvSpPr>
      <dsp:spPr>
        <a:xfrm>
          <a:off x="2887884" y="1498506"/>
          <a:ext cx="1593754" cy="856800"/>
        </a:xfrm>
        <a:prstGeom prst="roundRect">
          <a:avLst>
            <a:gd name="adj" fmla="val 10000"/>
          </a:avLst>
        </a:prstGeom>
        <a:solidFill>
          <a:schemeClr val="lt1">
            <a:alpha val="90000"/>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rtl="0">
            <a:lnSpc>
              <a:spcPct val="90000"/>
            </a:lnSpc>
            <a:spcBef>
              <a:spcPct val="0"/>
            </a:spcBef>
            <a:spcAft>
              <a:spcPct val="15000"/>
            </a:spcAft>
            <a:buChar char="•"/>
          </a:pPr>
          <a:r>
            <a:rPr lang="en-US" sz="1400" kern="1200">
              <a:latin typeface="Gill Sans MT" panose="020B0502020104020203"/>
            </a:rPr>
            <a:t>Random Forest</a:t>
          </a:r>
          <a:endParaRPr lang="en-US" sz="1400" kern="1200"/>
        </a:p>
        <a:p>
          <a:pPr marL="114300" lvl="1" indent="-114300" algn="l" defTabSz="622300">
            <a:lnSpc>
              <a:spcPct val="90000"/>
            </a:lnSpc>
            <a:spcBef>
              <a:spcPct val="0"/>
            </a:spcBef>
            <a:spcAft>
              <a:spcPct val="15000"/>
            </a:spcAft>
            <a:buChar char="•"/>
          </a:pPr>
          <a:r>
            <a:rPr lang="en-US" sz="1400" kern="1200" dirty="0">
              <a:latin typeface="Gill Sans MT" panose="020B0502020104020203"/>
            </a:rPr>
            <a:t>SVM</a:t>
          </a:r>
          <a:endParaRPr lang="en-US" sz="1400" kern="1200" dirty="0"/>
        </a:p>
      </dsp:txBody>
      <dsp:txXfrm>
        <a:off x="2912979" y="1523601"/>
        <a:ext cx="1543564" cy="806610"/>
      </dsp:txXfrm>
    </dsp:sp>
    <dsp:sp modelId="{32EC5FB4-335A-46D2-8383-629CEE64CBCF}">
      <dsp:nvSpPr>
        <dsp:cNvPr id="0" name=""/>
        <dsp:cNvSpPr/>
      </dsp:nvSpPr>
      <dsp:spPr>
        <a:xfrm>
          <a:off x="4396814" y="1098507"/>
          <a:ext cx="512207" cy="396798"/>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4396814" y="1177867"/>
        <a:ext cx="393168" cy="238078"/>
      </dsp:txXfrm>
    </dsp:sp>
    <dsp:sp modelId="{6E6F15FE-10E7-4159-8C9C-490A7DDAF80E}">
      <dsp:nvSpPr>
        <dsp:cNvPr id="0" name=""/>
        <dsp:cNvSpPr/>
      </dsp:nvSpPr>
      <dsp:spPr>
        <a:xfrm>
          <a:off x="5121636" y="1095306"/>
          <a:ext cx="1593754" cy="604800"/>
        </a:xfrm>
        <a:prstGeom prst="roundRect">
          <a:avLst>
            <a:gd name="adj" fmla="val 10000"/>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US" sz="1400" kern="1200">
              <a:latin typeface="Gill Sans MT" panose="020B0502020104020203"/>
            </a:rPr>
            <a:t>Results</a:t>
          </a:r>
          <a:endParaRPr lang="en-US" sz="1400" kern="1200"/>
        </a:p>
      </dsp:txBody>
      <dsp:txXfrm>
        <a:off x="5121636" y="1095306"/>
        <a:ext cx="1593754" cy="403200"/>
      </dsp:txXfrm>
    </dsp:sp>
    <dsp:sp modelId="{ABD80AE1-91EB-43F3-A8B3-9DE929AE7705}">
      <dsp:nvSpPr>
        <dsp:cNvPr id="0" name=""/>
        <dsp:cNvSpPr/>
      </dsp:nvSpPr>
      <dsp:spPr>
        <a:xfrm>
          <a:off x="5448068" y="1498506"/>
          <a:ext cx="1593754" cy="856800"/>
        </a:xfrm>
        <a:prstGeom prst="roundRect">
          <a:avLst>
            <a:gd name="adj" fmla="val 10000"/>
          </a:avLst>
        </a:prstGeom>
        <a:solidFill>
          <a:schemeClr val="lt1">
            <a:alpha val="90000"/>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rtl="0">
            <a:lnSpc>
              <a:spcPct val="90000"/>
            </a:lnSpc>
            <a:spcBef>
              <a:spcPct val="0"/>
            </a:spcBef>
            <a:spcAft>
              <a:spcPct val="15000"/>
            </a:spcAft>
            <a:buChar char="•"/>
          </a:pPr>
          <a:r>
            <a:rPr lang="en-US" sz="1400" kern="1200">
              <a:latin typeface="Gill Sans MT" panose="020B0502020104020203"/>
            </a:rPr>
            <a:t>Generally not successful</a:t>
          </a:r>
        </a:p>
        <a:p>
          <a:pPr marL="114300" lvl="1" indent="-114300" algn="l" defTabSz="622300" rtl="0">
            <a:lnSpc>
              <a:spcPct val="90000"/>
            </a:lnSpc>
            <a:spcBef>
              <a:spcPct val="0"/>
            </a:spcBef>
            <a:spcAft>
              <a:spcPct val="15000"/>
            </a:spcAft>
            <a:buChar char="•"/>
          </a:pPr>
          <a:r>
            <a:rPr lang="en-US" sz="1400" kern="1200" dirty="0">
              <a:latin typeface="Gill Sans MT" panose="020B0502020104020203"/>
            </a:rPr>
            <a:t>~13% accuracy</a:t>
          </a:r>
        </a:p>
      </dsp:txBody>
      <dsp:txXfrm>
        <a:off x="5473163" y="1523601"/>
        <a:ext cx="1543564" cy="806610"/>
      </dsp:txXfrm>
    </dsp:sp>
    <dsp:sp modelId="{FD3EB7AC-1938-4FF0-A2CE-8E0E5EDADE56}">
      <dsp:nvSpPr>
        <dsp:cNvPr id="0" name=""/>
        <dsp:cNvSpPr/>
      </dsp:nvSpPr>
      <dsp:spPr>
        <a:xfrm>
          <a:off x="6956998" y="1098507"/>
          <a:ext cx="512207" cy="396798"/>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a:off x="6956998" y="1177867"/>
        <a:ext cx="393168" cy="238078"/>
      </dsp:txXfrm>
    </dsp:sp>
    <dsp:sp modelId="{FCE9BF7D-21DA-49B3-898D-2813C2396C39}">
      <dsp:nvSpPr>
        <dsp:cNvPr id="0" name=""/>
        <dsp:cNvSpPr/>
      </dsp:nvSpPr>
      <dsp:spPr>
        <a:xfrm>
          <a:off x="7681820" y="1095306"/>
          <a:ext cx="1593754" cy="604800"/>
        </a:xfrm>
        <a:prstGeom prst="roundRect">
          <a:avLst>
            <a:gd name="adj" fmla="val 10000"/>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rtl="0">
            <a:lnSpc>
              <a:spcPct val="90000"/>
            </a:lnSpc>
            <a:spcBef>
              <a:spcPct val="0"/>
            </a:spcBef>
            <a:spcAft>
              <a:spcPct val="35000"/>
            </a:spcAft>
            <a:buNone/>
          </a:pPr>
          <a:r>
            <a:rPr lang="en-US" sz="1400" kern="1200" dirty="0">
              <a:latin typeface="Gill Sans MT" panose="020B0502020104020203"/>
            </a:rPr>
            <a:t>Analysis</a:t>
          </a:r>
        </a:p>
      </dsp:txBody>
      <dsp:txXfrm>
        <a:off x="7681820" y="1095306"/>
        <a:ext cx="1593754" cy="403200"/>
      </dsp:txXfrm>
    </dsp:sp>
    <dsp:sp modelId="{21AF224B-D423-415B-A84B-728FA511924C}">
      <dsp:nvSpPr>
        <dsp:cNvPr id="0" name=""/>
        <dsp:cNvSpPr/>
      </dsp:nvSpPr>
      <dsp:spPr>
        <a:xfrm>
          <a:off x="8008252" y="1498506"/>
          <a:ext cx="1593754" cy="856800"/>
        </a:xfrm>
        <a:prstGeom prst="roundRect">
          <a:avLst>
            <a:gd name="adj" fmla="val 10000"/>
          </a:avLst>
        </a:prstGeom>
        <a:solidFill>
          <a:schemeClr val="lt1">
            <a:alpha val="90000"/>
            <a:hueOff val="0"/>
            <a:satOff val="0"/>
            <a:lumOff val="0"/>
            <a:alphaOff val="0"/>
          </a:schemeClr>
        </a:solidFill>
        <a:ln w="15875"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rtl="0">
            <a:lnSpc>
              <a:spcPct val="90000"/>
            </a:lnSpc>
            <a:spcBef>
              <a:spcPct val="0"/>
            </a:spcBef>
            <a:spcAft>
              <a:spcPct val="15000"/>
            </a:spcAft>
            <a:buChar char="•"/>
          </a:pPr>
          <a:r>
            <a:rPr lang="en-US" sz="1400" kern="1200" dirty="0">
              <a:latin typeface="Gill Sans MT" panose="020B0502020104020203"/>
            </a:rPr>
            <a:t>Countries are different</a:t>
          </a:r>
        </a:p>
      </dsp:txBody>
      <dsp:txXfrm>
        <a:off x="8033347" y="1523601"/>
        <a:ext cx="1543564" cy="806610"/>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C52096-6A92-4582-837F-F4F5D56496D6}" type="datetimeFigureOut">
              <a:rPr lang="en-US"/>
              <a:t>12/8/2020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B97D68-4CDC-469D-942A-46B4C76DC618}" type="slidenum">
              <a:rPr lang="en-US"/>
              <a:t>‹#›</a:t>
            </a:fld>
            <a:endParaRPr lang="en-US"/>
          </a:p>
        </p:txBody>
      </p:sp>
    </p:spTree>
    <p:extLst>
      <p:ext uri="{BB962C8B-B14F-4D97-AF65-F5344CB8AC3E}">
        <p14:creationId xmlns:p14="http://schemas.microsoft.com/office/powerpoint/2010/main" val="1670933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Before we get started, let's define some of the terms you'll be hearing a lot through this presentation:</a:t>
            </a:r>
          </a:p>
        </p:txBody>
      </p:sp>
      <p:sp>
        <p:nvSpPr>
          <p:cNvPr id="4" name="Slide Number Placeholder 3"/>
          <p:cNvSpPr>
            <a:spLocks noGrp="1"/>
          </p:cNvSpPr>
          <p:nvPr>
            <p:ph type="sldNum" sz="quarter" idx="5"/>
          </p:nvPr>
        </p:nvSpPr>
        <p:spPr/>
        <p:txBody>
          <a:bodyPr/>
          <a:lstStyle/>
          <a:p>
            <a:fld id="{93B97D68-4CDC-469D-942A-46B4C76DC618}" type="slidenum">
              <a:rPr lang="en-US"/>
              <a:t>‹#›</a:t>
            </a:fld>
            <a:endParaRPr lang="en-US"/>
          </a:p>
        </p:txBody>
      </p:sp>
    </p:spTree>
    <p:extLst>
      <p:ext uri="{BB962C8B-B14F-4D97-AF65-F5344CB8AC3E}">
        <p14:creationId xmlns:p14="http://schemas.microsoft.com/office/powerpoint/2010/main" val="1180849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Recessions have been studied for decades by economic experts. Their conclusions and findings are pretty well uniform</a:t>
            </a:r>
          </a:p>
          <a:p>
            <a:r>
              <a:rPr lang="en-US">
                <a:cs typeface="Calibri"/>
              </a:rPr>
              <a:t>- Most of the data needed to predict or classify the economy as a recession is managed by the U.S. government, thus making is widely available for public consumption</a:t>
            </a:r>
          </a:p>
          <a:p>
            <a:r>
              <a:rPr lang="en-US">
                <a:cs typeface="Calibri"/>
              </a:rPr>
              <a:t>    &gt; Ex: U.S. Bureau of Labor and Statistics</a:t>
            </a:r>
          </a:p>
          <a:p>
            <a:r>
              <a:rPr lang="en-US">
                <a:cs typeface="Calibri"/>
              </a:rPr>
              <a:t>- COVID-19 has shaken the economy and led to much uncertainty </a:t>
            </a:r>
            <a:endParaRPr lang="en-US" dirty="0">
              <a:cs typeface="Calibri"/>
            </a:endParaRPr>
          </a:p>
        </p:txBody>
      </p:sp>
      <p:sp>
        <p:nvSpPr>
          <p:cNvPr id="4" name="Slide Number Placeholder 3"/>
          <p:cNvSpPr>
            <a:spLocks noGrp="1"/>
          </p:cNvSpPr>
          <p:nvPr>
            <p:ph type="sldNum" sz="quarter" idx="5"/>
          </p:nvPr>
        </p:nvSpPr>
        <p:spPr/>
        <p:txBody>
          <a:bodyPr/>
          <a:lstStyle/>
          <a:p>
            <a:fld id="{93B97D68-4CDC-469D-942A-46B4C76DC618}" type="slidenum">
              <a:rPr lang="en-US"/>
              <a:t>‹#›</a:t>
            </a:fld>
            <a:endParaRPr lang="en-US"/>
          </a:p>
        </p:txBody>
      </p:sp>
    </p:spTree>
    <p:extLst>
      <p:ext uri="{BB962C8B-B14F-4D97-AF65-F5344CB8AC3E}">
        <p14:creationId xmlns:p14="http://schemas.microsoft.com/office/powerpoint/2010/main" val="1098776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Stock Market data is often not classified as either "microeconomic" or "macroecnomic", generally it is simply put as an "investment". However, for the purposes of this project, we will assume it is microeconomic.</a:t>
            </a:r>
          </a:p>
          <a:p>
            <a:r>
              <a:rPr lang="en-US">
                <a:cs typeface="Calibri"/>
              </a:rPr>
              <a:t>- Household income data aggregation should not affect a household's income influence on individual consumers. We simply use the average and yearly data to make the calculations easier, and it is usually the only way household income data is reported.</a:t>
            </a:r>
            <a:endParaRPr lang="en-US" dirty="0">
              <a:cs typeface="Calibri"/>
            </a:endParaRPr>
          </a:p>
        </p:txBody>
      </p:sp>
      <p:sp>
        <p:nvSpPr>
          <p:cNvPr id="4" name="Slide Number Placeholder 3"/>
          <p:cNvSpPr>
            <a:spLocks noGrp="1"/>
          </p:cNvSpPr>
          <p:nvPr>
            <p:ph type="sldNum" sz="quarter" idx="5"/>
          </p:nvPr>
        </p:nvSpPr>
        <p:spPr/>
        <p:txBody>
          <a:bodyPr/>
          <a:lstStyle/>
          <a:p>
            <a:fld id="{93B97D68-4CDC-469D-942A-46B4C76DC618}" type="slidenum">
              <a:rPr lang="en-US"/>
              <a:t>4</a:t>
            </a:fld>
            <a:endParaRPr lang="en-US"/>
          </a:p>
        </p:txBody>
      </p:sp>
    </p:spTree>
    <p:extLst>
      <p:ext uri="{BB962C8B-B14F-4D97-AF65-F5344CB8AC3E}">
        <p14:creationId xmlns:p14="http://schemas.microsoft.com/office/powerpoint/2010/main" val="38644675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 Resample Stock Market Data and take Average per Month</a:t>
            </a:r>
          </a:p>
          <a:p>
            <a:r>
              <a:rPr lang="en-US">
                <a:cs typeface="Calibri"/>
              </a:rPr>
              <a:t>- Take percent change to negate changes in currency, reporting values, etc.</a:t>
            </a:r>
          </a:p>
          <a:p>
            <a:r>
              <a:rPr lang="en-US">
                <a:cs typeface="Calibri"/>
              </a:rPr>
              <a:t>- Replace null values by filling in data with an average of the data for that specific period</a:t>
            </a:r>
          </a:p>
          <a:p>
            <a:r>
              <a:rPr lang="en-US">
                <a:cs typeface="Calibri"/>
              </a:rPr>
              <a:t>    &gt; E.g. if it is a recession, fill in data with an average of recession data, and vice versa</a:t>
            </a:r>
          </a:p>
          <a:p>
            <a:endParaRPr lang="en-US" dirty="0">
              <a:cs typeface="Calibri"/>
            </a:endParaRPr>
          </a:p>
        </p:txBody>
      </p:sp>
      <p:sp>
        <p:nvSpPr>
          <p:cNvPr id="4" name="Slide Number Placeholder 3"/>
          <p:cNvSpPr>
            <a:spLocks noGrp="1"/>
          </p:cNvSpPr>
          <p:nvPr>
            <p:ph type="sldNum" sz="quarter" idx="5"/>
          </p:nvPr>
        </p:nvSpPr>
        <p:spPr/>
        <p:txBody>
          <a:bodyPr/>
          <a:lstStyle/>
          <a:p>
            <a:fld id="{93B97D68-4CDC-469D-942A-46B4C76DC618}" type="slidenum">
              <a:rPr lang="en-US"/>
              <a:t>‹#›</a:t>
            </a:fld>
            <a:endParaRPr lang="en-US"/>
          </a:p>
        </p:txBody>
      </p:sp>
    </p:spTree>
    <p:extLst>
      <p:ext uri="{BB962C8B-B14F-4D97-AF65-F5344CB8AC3E}">
        <p14:creationId xmlns:p14="http://schemas.microsoft.com/office/powerpoint/2010/main" val="11599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12 total data models once all of the parsing is done</a:t>
            </a:r>
          </a:p>
        </p:txBody>
      </p:sp>
      <p:sp>
        <p:nvSpPr>
          <p:cNvPr id="4" name="Slide Number Placeholder 3"/>
          <p:cNvSpPr>
            <a:spLocks noGrp="1"/>
          </p:cNvSpPr>
          <p:nvPr>
            <p:ph type="sldNum" sz="quarter" idx="5"/>
          </p:nvPr>
        </p:nvSpPr>
        <p:spPr/>
        <p:txBody>
          <a:bodyPr/>
          <a:lstStyle/>
          <a:p>
            <a:fld id="{93B97D68-4CDC-469D-942A-46B4C76DC618}" type="slidenum">
              <a:rPr lang="en-US"/>
              <a:t>‹#›</a:t>
            </a:fld>
            <a:endParaRPr lang="en-US"/>
          </a:p>
        </p:txBody>
      </p:sp>
    </p:spTree>
    <p:extLst>
      <p:ext uri="{BB962C8B-B14F-4D97-AF65-F5344CB8AC3E}">
        <p14:creationId xmlns:p14="http://schemas.microsoft.com/office/powerpoint/2010/main" val="4280506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12/8/2020</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12/8/2020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12/8/2020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12/8/2020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12/8/2020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12/8/2020</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12/8/2020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12/8/2020</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81EA7-936B-5443-AC1C-85B0BE4797C0}"/>
              </a:ext>
            </a:extLst>
          </p:cNvPr>
          <p:cNvSpPr>
            <a:spLocks noGrp="1"/>
          </p:cNvSpPr>
          <p:nvPr>
            <p:ph type="ctrTitle"/>
          </p:nvPr>
        </p:nvSpPr>
        <p:spPr/>
        <p:txBody>
          <a:bodyPr>
            <a:normAutofit/>
          </a:bodyPr>
          <a:lstStyle/>
          <a:p>
            <a:r>
              <a:rPr lang="en-US" sz="5400"/>
              <a:t>Predicting Recessions</a:t>
            </a:r>
          </a:p>
        </p:txBody>
      </p:sp>
      <p:sp>
        <p:nvSpPr>
          <p:cNvPr id="3" name="Subtitle 2">
            <a:extLst>
              <a:ext uri="{FF2B5EF4-FFF2-40B4-BE49-F238E27FC236}">
                <a16:creationId xmlns:a16="http://schemas.microsoft.com/office/drawing/2014/main" id="{CDA98158-A626-984C-BBF4-5A9A7369C0A7}"/>
              </a:ext>
            </a:extLst>
          </p:cNvPr>
          <p:cNvSpPr>
            <a:spLocks noGrp="1"/>
          </p:cNvSpPr>
          <p:nvPr>
            <p:ph type="subTitle" idx="1"/>
          </p:nvPr>
        </p:nvSpPr>
        <p:spPr/>
        <p:txBody>
          <a:bodyPr vert="horz" lIns="91440" tIns="91440" rIns="91440" bIns="91440" rtlCol="0" anchor="t">
            <a:normAutofit/>
          </a:bodyPr>
          <a:lstStyle/>
          <a:p>
            <a:r>
              <a:rPr lang="en-US" dirty="0"/>
              <a:t>By avaneesh kolluri, jeremiah mcreynolds, matthew seedhom &amp; </a:t>
            </a:r>
            <a:r>
              <a:rPr lang="en-US"/>
              <a:t>thaenraj packiamani</a:t>
            </a:r>
          </a:p>
        </p:txBody>
      </p:sp>
    </p:spTree>
    <p:extLst>
      <p:ext uri="{BB962C8B-B14F-4D97-AF65-F5344CB8AC3E}">
        <p14:creationId xmlns:p14="http://schemas.microsoft.com/office/powerpoint/2010/main" val="2700044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0216D9FD-860F-4F5C-8D9B-CE7002071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E6A9A8-A287-EA45-981D-EF3C1D19FE5E}"/>
              </a:ext>
            </a:extLst>
          </p:cNvPr>
          <p:cNvSpPr>
            <a:spLocks noGrp="1"/>
          </p:cNvSpPr>
          <p:nvPr>
            <p:ph type="title"/>
          </p:nvPr>
        </p:nvSpPr>
        <p:spPr>
          <a:xfrm>
            <a:off x="882651" y="977028"/>
            <a:ext cx="3333410" cy="5237503"/>
          </a:xfrm>
        </p:spPr>
        <p:txBody>
          <a:bodyPr vert="horz" lIns="91440" tIns="45720" rIns="91440" bIns="45720" rtlCol="0" anchor="ctr">
            <a:normAutofit/>
          </a:bodyPr>
          <a:lstStyle/>
          <a:p>
            <a:r>
              <a:rPr lang="en-US" b="0" i="0" kern="1200" cap="all" dirty="0">
                <a:solidFill>
                  <a:schemeClr val="tx1"/>
                </a:solidFill>
                <a:effectLst/>
                <a:latin typeface="+mj-lt"/>
                <a:ea typeface="+mj-ea"/>
                <a:cs typeface="+mj-cs"/>
              </a:rPr>
              <a:t>Agenda</a:t>
            </a:r>
          </a:p>
        </p:txBody>
      </p:sp>
      <p:sp>
        <p:nvSpPr>
          <p:cNvPr id="7" name="Rectangle 10">
            <a:extLst>
              <a:ext uri="{FF2B5EF4-FFF2-40B4-BE49-F238E27FC236}">
                <a16:creationId xmlns:a16="http://schemas.microsoft.com/office/drawing/2014/main" id="{8D074069-7026-466C-B495-20FB9578C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993" y="0"/>
            <a:ext cx="7538007" cy="6858000"/>
          </a:xfrm>
          <a:prstGeom prst="rect">
            <a:avLst/>
          </a:prstGeom>
          <a:solidFill>
            <a:schemeClr val="tx2"/>
          </a:solidFill>
          <a:ln w="6350">
            <a:noFill/>
          </a:ln>
          <a:effectLst/>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685D80-4D5A-471F-9215-651424F47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787" y="0"/>
            <a:ext cx="164592" cy="6858000"/>
          </a:xfrm>
          <a:prstGeom prst="rect">
            <a:avLst/>
          </a:prstGeom>
          <a:solidFill>
            <a:schemeClr val="accent2"/>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62C6EF0-3F86-A049-971C-40BF03075188}"/>
              </a:ext>
            </a:extLst>
          </p:cNvPr>
          <p:cNvSpPr txBox="1"/>
          <p:nvPr/>
        </p:nvSpPr>
        <p:spPr>
          <a:xfrm>
            <a:off x="5791954" y="977029"/>
            <a:ext cx="5428789" cy="5237503"/>
          </a:xfrm>
          <a:prstGeom prst="rect">
            <a:avLst/>
          </a:prstGeom>
        </p:spPr>
        <p:txBody>
          <a:bodyPr vert="horz" lIns="91440" tIns="45720" rIns="91440" bIns="45720" rtlCol="0" anchor="ctr">
            <a:normAutofit/>
          </a:bodyPr>
          <a:lstStyle/>
          <a:p>
            <a:pPr indent="-228600" defTabSz="914400">
              <a:lnSpc>
                <a:spcPct val="110000"/>
              </a:lnSpc>
              <a:spcAft>
                <a:spcPts val="600"/>
              </a:spcAft>
              <a:buClr>
                <a:schemeClr val="accent1"/>
              </a:buClr>
              <a:buSzPct val="100000"/>
              <a:buFont typeface="Arial" panose="020B0604020202020204" pitchFamily="34" charset="0"/>
              <a:buChar char="•"/>
            </a:pPr>
            <a:r>
              <a:rPr lang="en-US" sz="1500">
                <a:solidFill>
                  <a:schemeClr val="bg1"/>
                </a:solidFill>
              </a:rPr>
              <a:t>RESEARCH QUESTIONS</a:t>
            </a:r>
          </a:p>
          <a:p>
            <a:pPr indent="-228600" defTabSz="914400">
              <a:lnSpc>
                <a:spcPct val="110000"/>
              </a:lnSpc>
              <a:spcAft>
                <a:spcPts val="600"/>
              </a:spcAft>
              <a:buClr>
                <a:schemeClr val="accent1"/>
              </a:buClr>
              <a:buSzPct val="100000"/>
              <a:buFont typeface="Arial" panose="020B0604020202020204" pitchFamily="34" charset="0"/>
              <a:buChar char="•"/>
            </a:pPr>
            <a:endParaRPr lang="en-US" sz="1500">
              <a:solidFill>
                <a:schemeClr val="bg1"/>
              </a:solidFill>
            </a:endParaRPr>
          </a:p>
          <a:p>
            <a:pPr indent="-228600" defTabSz="914400">
              <a:lnSpc>
                <a:spcPct val="110000"/>
              </a:lnSpc>
              <a:spcAft>
                <a:spcPts val="600"/>
              </a:spcAft>
              <a:buClr>
                <a:schemeClr val="accent1"/>
              </a:buClr>
              <a:buSzPct val="100000"/>
              <a:buFont typeface="Arial" panose="020B0604020202020204" pitchFamily="34" charset="0"/>
              <a:buChar char="•"/>
            </a:pPr>
            <a:r>
              <a:rPr lang="en-US" sz="1500">
                <a:solidFill>
                  <a:schemeClr val="bg1"/>
                </a:solidFill>
              </a:rPr>
              <a:t>MOTIVATIONS</a:t>
            </a:r>
          </a:p>
          <a:p>
            <a:pPr indent="-228600" defTabSz="914400">
              <a:lnSpc>
                <a:spcPct val="110000"/>
              </a:lnSpc>
              <a:spcAft>
                <a:spcPts val="600"/>
              </a:spcAft>
              <a:buClr>
                <a:schemeClr val="accent1"/>
              </a:buClr>
              <a:buSzPct val="100000"/>
              <a:buFont typeface="Arial" panose="020B0604020202020204" pitchFamily="34" charset="0"/>
              <a:buChar char="•"/>
            </a:pPr>
            <a:endParaRPr lang="en-US" sz="1500">
              <a:solidFill>
                <a:schemeClr val="bg1"/>
              </a:solidFill>
            </a:endParaRPr>
          </a:p>
          <a:p>
            <a:pPr indent="-228600" defTabSz="914400">
              <a:lnSpc>
                <a:spcPct val="110000"/>
              </a:lnSpc>
              <a:spcAft>
                <a:spcPts val="600"/>
              </a:spcAft>
              <a:buClr>
                <a:schemeClr val="accent1"/>
              </a:buClr>
              <a:buSzPct val="100000"/>
              <a:buFont typeface="Arial" panose="020B0604020202020204" pitchFamily="34" charset="0"/>
              <a:buChar char="•"/>
            </a:pPr>
            <a:r>
              <a:rPr lang="en-US" sz="1500">
                <a:solidFill>
                  <a:schemeClr val="bg1"/>
                </a:solidFill>
              </a:rPr>
              <a:t>DESIGN AND EDA</a:t>
            </a:r>
          </a:p>
          <a:p>
            <a:pPr indent="-228600" defTabSz="914400">
              <a:lnSpc>
                <a:spcPct val="110000"/>
              </a:lnSpc>
              <a:spcAft>
                <a:spcPts val="600"/>
              </a:spcAft>
              <a:buClr>
                <a:schemeClr val="accent1"/>
              </a:buClr>
              <a:buSzPct val="100000"/>
              <a:buFont typeface="Arial" panose="020B0604020202020204" pitchFamily="34" charset="0"/>
              <a:buChar char="•"/>
            </a:pPr>
            <a:endParaRPr lang="en-US" sz="1500">
              <a:solidFill>
                <a:schemeClr val="bg1"/>
              </a:solidFill>
            </a:endParaRPr>
          </a:p>
          <a:p>
            <a:pPr indent="-228600" defTabSz="914400">
              <a:lnSpc>
                <a:spcPct val="110000"/>
              </a:lnSpc>
              <a:spcAft>
                <a:spcPts val="600"/>
              </a:spcAft>
              <a:buClr>
                <a:schemeClr val="accent1"/>
              </a:buClr>
              <a:buSzPct val="100000"/>
              <a:buFont typeface="Arial" panose="020B0604020202020204" pitchFamily="34" charset="0"/>
              <a:buChar char="•"/>
            </a:pPr>
            <a:r>
              <a:rPr lang="en-US" sz="1500">
                <a:solidFill>
                  <a:schemeClr val="bg1"/>
                </a:solidFill>
              </a:rPr>
              <a:t>DATA OVERVIEW</a:t>
            </a:r>
          </a:p>
          <a:p>
            <a:pPr indent="-228600" defTabSz="914400">
              <a:lnSpc>
                <a:spcPct val="110000"/>
              </a:lnSpc>
              <a:spcAft>
                <a:spcPts val="600"/>
              </a:spcAft>
              <a:buClr>
                <a:schemeClr val="accent1"/>
              </a:buClr>
              <a:buSzPct val="100000"/>
              <a:buFont typeface="Arial" panose="020B0604020202020204" pitchFamily="34" charset="0"/>
              <a:buChar char="•"/>
            </a:pPr>
            <a:endParaRPr lang="en-US" sz="1500">
              <a:solidFill>
                <a:schemeClr val="bg1"/>
              </a:solidFill>
            </a:endParaRPr>
          </a:p>
          <a:p>
            <a:pPr indent="-228600" defTabSz="914400">
              <a:lnSpc>
                <a:spcPct val="110000"/>
              </a:lnSpc>
              <a:spcAft>
                <a:spcPts val="600"/>
              </a:spcAft>
              <a:buClr>
                <a:schemeClr val="accent1"/>
              </a:buClr>
              <a:buSzPct val="100000"/>
              <a:buFont typeface="Arial" panose="020B0604020202020204" pitchFamily="34" charset="0"/>
              <a:buChar char="•"/>
            </a:pPr>
            <a:r>
              <a:rPr lang="en-US" sz="1500">
                <a:solidFill>
                  <a:schemeClr val="bg1"/>
                </a:solidFill>
              </a:rPr>
              <a:t>FEATURE ENGINEERING</a:t>
            </a:r>
          </a:p>
          <a:p>
            <a:pPr indent="-228600" defTabSz="914400">
              <a:lnSpc>
                <a:spcPct val="110000"/>
              </a:lnSpc>
              <a:spcAft>
                <a:spcPts val="600"/>
              </a:spcAft>
              <a:buClr>
                <a:schemeClr val="accent1"/>
              </a:buClr>
              <a:buSzPct val="100000"/>
              <a:buFont typeface="Arial" panose="020B0604020202020204" pitchFamily="34" charset="0"/>
              <a:buChar char="•"/>
            </a:pPr>
            <a:endParaRPr lang="en-US" sz="1500">
              <a:solidFill>
                <a:schemeClr val="bg1"/>
              </a:solidFill>
            </a:endParaRPr>
          </a:p>
          <a:p>
            <a:pPr indent="-228600" defTabSz="914400">
              <a:lnSpc>
                <a:spcPct val="110000"/>
              </a:lnSpc>
              <a:spcAft>
                <a:spcPts val="600"/>
              </a:spcAft>
              <a:buClr>
                <a:schemeClr val="accent1"/>
              </a:buClr>
              <a:buSzPct val="100000"/>
              <a:buFont typeface="Arial" panose="020B0604020202020204" pitchFamily="34" charset="0"/>
              <a:buChar char="•"/>
            </a:pPr>
            <a:r>
              <a:rPr lang="en-US" sz="1500">
                <a:solidFill>
                  <a:schemeClr val="bg1"/>
                </a:solidFill>
              </a:rPr>
              <a:t>MODEL SELECTION</a:t>
            </a:r>
          </a:p>
          <a:p>
            <a:pPr indent="-228600" defTabSz="914400">
              <a:lnSpc>
                <a:spcPct val="110000"/>
              </a:lnSpc>
              <a:spcAft>
                <a:spcPts val="600"/>
              </a:spcAft>
              <a:buClr>
                <a:schemeClr val="accent1"/>
              </a:buClr>
              <a:buSzPct val="100000"/>
              <a:buFont typeface="Arial" panose="020B0604020202020204" pitchFamily="34" charset="0"/>
              <a:buChar char="•"/>
            </a:pPr>
            <a:endParaRPr lang="en-US" sz="1500">
              <a:solidFill>
                <a:schemeClr val="bg1"/>
              </a:solidFill>
            </a:endParaRPr>
          </a:p>
          <a:p>
            <a:pPr indent="-228600" defTabSz="914400">
              <a:lnSpc>
                <a:spcPct val="110000"/>
              </a:lnSpc>
              <a:spcAft>
                <a:spcPts val="600"/>
              </a:spcAft>
              <a:buClr>
                <a:schemeClr val="accent1"/>
              </a:buClr>
              <a:buSzPct val="100000"/>
              <a:buFont typeface="Arial" panose="020B0604020202020204" pitchFamily="34" charset="0"/>
              <a:buChar char="•"/>
            </a:pPr>
            <a:r>
              <a:rPr lang="en-US" sz="1500">
                <a:solidFill>
                  <a:schemeClr val="bg1"/>
                </a:solidFill>
              </a:rPr>
              <a:t>RESULTS</a:t>
            </a:r>
          </a:p>
          <a:p>
            <a:pPr indent="-228600" defTabSz="914400">
              <a:lnSpc>
                <a:spcPct val="110000"/>
              </a:lnSpc>
              <a:spcAft>
                <a:spcPts val="600"/>
              </a:spcAft>
              <a:buClr>
                <a:schemeClr val="accent1"/>
              </a:buClr>
              <a:buSzPct val="100000"/>
              <a:buFont typeface="Arial" panose="020B0604020202020204" pitchFamily="34" charset="0"/>
              <a:buChar char="•"/>
            </a:pPr>
            <a:endParaRPr lang="en-US" sz="1500">
              <a:solidFill>
                <a:schemeClr val="bg1"/>
              </a:solidFill>
            </a:endParaRPr>
          </a:p>
          <a:p>
            <a:pPr indent="-228600" defTabSz="914400">
              <a:lnSpc>
                <a:spcPct val="110000"/>
              </a:lnSpc>
              <a:spcAft>
                <a:spcPts val="600"/>
              </a:spcAft>
              <a:buClr>
                <a:schemeClr val="accent1"/>
              </a:buClr>
              <a:buSzPct val="100000"/>
              <a:buFont typeface="Arial" panose="020B0604020202020204" pitchFamily="34" charset="0"/>
              <a:buChar char="•"/>
            </a:pPr>
            <a:r>
              <a:rPr lang="en-US" sz="1500">
                <a:solidFill>
                  <a:schemeClr val="bg1"/>
                </a:solidFill>
              </a:rPr>
              <a:t>CONCLUSION</a:t>
            </a:r>
          </a:p>
        </p:txBody>
      </p:sp>
    </p:spTree>
    <p:extLst>
      <p:ext uri="{BB962C8B-B14F-4D97-AF65-F5344CB8AC3E}">
        <p14:creationId xmlns:p14="http://schemas.microsoft.com/office/powerpoint/2010/main" val="874727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C7CE8-DE2A-4DF7-9F97-54A758ABDC56}"/>
              </a:ext>
            </a:extLst>
          </p:cNvPr>
          <p:cNvSpPr>
            <a:spLocks noGrp="1"/>
          </p:cNvSpPr>
          <p:nvPr>
            <p:ph type="title"/>
          </p:nvPr>
        </p:nvSpPr>
        <p:spPr/>
        <p:txBody>
          <a:bodyPr/>
          <a:lstStyle/>
          <a:p>
            <a:r>
              <a:rPr lang="en-US"/>
              <a:t>Definitions</a:t>
            </a:r>
          </a:p>
        </p:txBody>
      </p:sp>
      <p:sp>
        <p:nvSpPr>
          <p:cNvPr id="3" name="Content Placeholder 2">
            <a:extLst>
              <a:ext uri="{FF2B5EF4-FFF2-40B4-BE49-F238E27FC236}">
                <a16:creationId xmlns:a16="http://schemas.microsoft.com/office/drawing/2014/main" id="{54D4E014-7C45-487B-B35F-FAD555A37CA6}"/>
              </a:ext>
            </a:extLst>
          </p:cNvPr>
          <p:cNvSpPr>
            <a:spLocks noGrp="1"/>
          </p:cNvSpPr>
          <p:nvPr>
            <p:ph idx="1"/>
          </p:nvPr>
        </p:nvSpPr>
        <p:spPr/>
        <p:txBody>
          <a:bodyPr>
            <a:normAutofit fontScale="85000" lnSpcReduction="20000"/>
          </a:bodyPr>
          <a:lstStyle/>
          <a:p>
            <a:r>
              <a:rPr lang="en-US"/>
              <a:t>Economic Recession: "</a:t>
            </a:r>
            <a:r>
              <a:rPr lang="en-US">
                <a:ea typeface="+mn-lt"/>
                <a:cs typeface="+mn-lt"/>
              </a:rPr>
              <a:t>a period of temporary economic decline during which trade and industrial activity are reduced, generally identified by a fall in [Gross Domestic Product, or] GDP in two successive quarters." [1]</a:t>
            </a:r>
          </a:p>
          <a:p>
            <a:r>
              <a:rPr lang="en-US"/>
              <a:t>Macroeconomics: "</a:t>
            </a:r>
            <a:r>
              <a:rPr lang="en-US">
                <a:ea typeface="+mn-lt"/>
                <a:cs typeface="+mn-lt"/>
              </a:rPr>
              <a:t>the part of economics concerned with large-scale or general economic factors, such as interest rates and national productivity." [1]</a:t>
            </a:r>
            <a:endParaRPr lang="en-US" dirty="0">
              <a:ea typeface="+mn-lt"/>
              <a:cs typeface="+mn-lt"/>
            </a:endParaRPr>
          </a:p>
          <a:p>
            <a:pPr lvl="1"/>
            <a:r>
              <a:rPr lang="en-US"/>
              <a:t>Ex: Gross Domestic Product (GDP), Inflation, National Income, Unemployment Levels</a:t>
            </a:r>
            <a:endParaRPr lang="en-US" dirty="0"/>
          </a:p>
          <a:p>
            <a:r>
              <a:rPr lang="en-US"/>
              <a:t>Microecnomics: "</a:t>
            </a:r>
            <a:r>
              <a:rPr lang="en-US">
                <a:ea typeface="+mn-lt"/>
                <a:cs typeface="+mn-lt"/>
              </a:rPr>
              <a:t>the part of economics concerned with single factors and the effects of individual decisions." [1]</a:t>
            </a:r>
          </a:p>
          <a:p>
            <a:pPr lvl="1"/>
            <a:r>
              <a:rPr lang="en-US"/>
              <a:t>Ex: Household Income, Stock Market, Housing Markets, etc.</a:t>
            </a:r>
            <a:endParaRPr lang="en-US" dirty="0"/>
          </a:p>
          <a:p>
            <a:r>
              <a:rPr lang="en-US"/>
              <a:t>Gross Domestic Product: "</a:t>
            </a:r>
            <a:r>
              <a:rPr lang="en-US">
                <a:ea typeface="+mn-lt"/>
                <a:cs typeface="+mn-lt"/>
              </a:rPr>
              <a:t>the total value of goods produced and services provided in a country during one year." [1]</a:t>
            </a:r>
            <a:endParaRPr lang="en-US" dirty="0"/>
          </a:p>
        </p:txBody>
      </p:sp>
      <p:pic>
        <p:nvPicPr>
          <p:cNvPr id="4" name="Graphic 4" descr="Open book with solid fill">
            <a:extLst>
              <a:ext uri="{FF2B5EF4-FFF2-40B4-BE49-F238E27FC236}">
                <a16:creationId xmlns:a16="http://schemas.microsoft.com/office/drawing/2014/main" id="{29AD6A4C-E0B8-47D4-8A9A-66C72CBB32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10218" y="647218"/>
            <a:ext cx="914400" cy="914400"/>
          </a:xfrm>
          <a:prstGeom prst="rect">
            <a:avLst/>
          </a:prstGeom>
        </p:spPr>
      </p:pic>
    </p:spTree>
    <p:extLst>
      <p:ext uri="{BB962C8B-B14F-4D97-AF65-F5344CB8AC3E}">
        <p14:creationId xmlns:p14="http://schemas.microsoft.com/office/powerpoint/2010/main" val="2018750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8C1DF-A2C8-4D82-AAD9-0710899EB45B}"/>
              </a:ext>
            </a:extLst>
          </p:cNvPr>
          <p:cNvSpPr>
            <a:spLocks noGrp="1"/>
          </p:cNvSpPr>
          <p:nvPr>
            <p:ph type="title"/>
          </p:nvPr>
        </p:nvSpPr>
        <p:spPr>
          <a:xfrm>
            <a:off x="1451579" y="804519"/>
            <a:ext cx="9603275" cy="1049235"/>
          </a:xfrm>
        </p:spPr>
        <p:txBody>
          <a:bodyPr>
            <a:normAutofit/>
          </a:bodyPr>
          <a:lstStyle/>
          <a:p>
            <a:r>
              <a:rPr lang="en-US" dirty="0"/>
              <a:t>Research questions</a:t>
            </a:r>
          </a:p>
        </p:txBody>
      </p:sp>
      <p:sp>
        <p:nvSpPr>
          <p:cNvPr id="3" name="Content Placeholder 2">
            <a:extLst>
              <a:ext uri="{FF2B5EF4-FFF2-40B4-BE49-F238E27FC236}">
                <a16:creationId xmlns:a16="http://schemas.microsoft.com/office/drawing/2014/main" id="{717B5215-E383-4733-8B58-9C1A1146AA6D}"/>
              </a:ext>
            </a:extLst>
          </p:cNvPr>
          <p:cNvSpPr>
            <a:spLocks noGrp="1"/>
          </p:cNvSpPr>
          <p:nvPr>
            <p:ph idx="1"/>
          </p:nvPr>
        </p:nvSpPr>
        <p:spPr>
          <a:xfrm>
            <a:off x="1451579" y="2015734"/>
            <a:ext cx="6195784" cy="3450613"/>
          </a:xfrm>
        </p:spPr>
        <p:txBody>
          <a:bodyPr>
            <a:normAutofit/>
          </a:bodyPr>
          <a:lstStyle/>
          <a:p>
            <a:r>
              <a:rPr lang="en-US" dirty="0"/>
              <a:t>Which factors contribute most to predicting a recession?</a:t>
            </a:r>
          </a:p>
          <a:p>
            <a:r>
              <a:rPr lang="en-US" dirty="0"/>
              <a:t>Can macroeconomic and/or microeconomic data solely predict that the United States is in a </a:t>
            </a:r>
            <a:r>
              <a:rPr lang="en-US"/>
              <a:t>recession?</a:t>
            </a:r>
          </a:p>
          <a:p>
            <a:r>
              <a:rPr lang="en-US">
                <a:ea typeface="+mn-lt"/>
                <a:cs typeface="+mn-lt"/>
              </a:rPr>
              <a:t>Can we generalize America's model against other, similar countries?</a:t>
            </a:r>
            <a:endParaRPr lang="en-US"/>
          </a:p>
        </p:txBody>
      </p:sp>
      <p:pic>
        <p:nvPicPr>
          <p:cNvPr id="4" name="Graphic 4" descr="Questions with solid fill">
            <a:extLst>
              <a:ext uri="{FF2B5EF4-FFF2-40B4-BE49-F238E27FC236}">
                <a16:creationId xmlns:a16="http://schemas.microsoft.com/office/drawing/2014/main" id="{F460DB37-64DF-44A5-93B2-88D4F9A2FFC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28756" y="2277991"/>
            <a:ext cx="2926098" cy="2926098"/>
          </a:xfrm>
          <a:prstGeom prst="rect">
            <a:avLst/>
          </a:prstGeom>
        </p:spPr>
      </p:pic>
    </p:spTree>
    <p:extLst>
      <p:ext uri="{BB962C8B-B14F-4D97-AF65-F5344CB8AC3E}">
        <p14:creationId xmlns:p14="http://schemas.microsoft.com/office/powerpoint/2010/main" val="29829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C7CE8-DE2A-4DF7-9F97-54A758ABDC56}"/>
              </a:ext>
            </a:extLst>
          </p:cNvPr>
          <p:cNvSpPr>
            <a:spLocks noGrp="1"/>
          </p:cNvSpPr>
          <p:nvPr>
            <p:ph type="title"/>
          </p:nvPr>
        </p:nvSpPr>
        <p:spPr/>
        <p:txBody>
          <a:bodyPr/>
          <a:lstStyle/>
          <a:p>
            <a:r>
              <a:rPr lang="en-US"/>
              <a:t>motivations</a:t>
            </a:r>
          </a:p>
        </p:txBody>
      </p:sp>
      <p:sp>
        <p:nvSpPr>
          <p:cNvPr id="3" name="Content Placeholder 2">
            <a:extLst>
              <a:ext uri="{FF2B5EF4-FFF2-40B4-BE49-F238E27FC236}">
                <a16:creationId xmlns:a16="http://schemas.microsoft.com/office/drawing/2014/main" id="{54D4E014-7C45-487B-B35F-FAD555A37CA6}"/>
              </a:ext>
            </a:extLst>
          </p:cNvPr>
          <p:cNvSpPr>
            <a:spLocks noGrp="1"/>
          </p:cNvSpPr>
          <p:nvPr>
            <p:ph idx="1"/>
          </p:nvPr>
        </p:nvSpPr>
        <p:spPr/>
        <p:txBody>
          <a:bodyPr/>
          <a:lstStyle/>
          <a:p>
            <a:r>
              <a:rPr lang="en-US"/>
              <a:t>Economic recessions and their causes are well-studied</a:t>
            </a:r>
          </a:p>
          <a:p>
            <a:pPr lvl="1"/>
            <a:r>
              <a:rPr lang="en-US"/>
              <a:t>Factors that lead to a recession are well-agreed upon by experts</a:t>
            </a:r>
            <a:endParaRPr lang="en-US" dirty="0"/>
          </a:p>
          <a:p>
            <a:r>
              <a:rPr lang="en-US"/>
              <a:t>Data is highly available for public consumption</a:t>
            </a:r>
          </a:p>
          <a:p>
            <a:r>
              <a:rPr lang="en-US"/>
              <a:t>Current economic uncertainties make this a valuable question</a:t>
            </a:r>
          </a:p>
          <a:p>
            <a:pPr lvl="1"/>
            <a:r>
              <a:rPr lang="en-US"/>
              <a:t>COVID-19</a:t>
            </a:r>
          </a:p>
          <a:p>
            <a:pPr lvl="1"/>
            <a:r>
              <a:rPr lang="en-US"/>
              <a:t>Current forecasting and classifications</a:t>
            </a:r>
            <a:endParaRPr lang="en-US" dirty="0"/>
          </a:p>
          <a:p>
            <a:pPr lvl="1"/>
            <a:endParaRPr lang="en-US" dirty="0"/>
          </a:p>
        </p:txBody>
      </p:sp>
      <p:pic>
        <p:nvPicPr>
          <p:cNvPr id="5" name="Graphic 5" descr="Research with solid fill" title="Research">
            <a:extLst>
              <a:ext uri="{FF2B5EF4-FFF2-40B4-BE49-F238E27FC236}">
                <a16:creationId xmlns:a16="http://schemas.microsoft.com/office/drawing/2014/main" id="{757C59E5-06D5-4380-BD4B-A0410FFBDCD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90927" y="449482"/>
            <a:ext cx="1102488" cy="1097665"/>
          </a:xfrm>
          <a:prstGeom prst="rect">
            <a:avLst/>
          </a:prstGeom>
        </p:spPr>
      </p:pic>
    </p:spTree>
    <p:extLst>
      <p:ext uri="{BB962C8B-B14F-4D97-AF65-F5344CB8AC3E}">
        <p14:creationId xmlns:p14="http://schemas.microsoft.com/office/powerpoint/2010/main" val="2547194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1AA37-F22B-4F4B-95DF-AF8F36841ACA}"/>
              </a:ext>
            </a:extLst>
          </p:cNvPr>
          <p:cNvSpPr>
            <a:spLocks noGrp="1"/>
          </p:cNvSpPr>
          <p:nvPr>
            <p:ph type="title"/>
          </p:nvPr>
        </p:nvSpPr>
        <p:spPr/>
        <p:txBody>
          <a:bodyPr/>
          <a:lstStyle/>
          <a:p>
            <a:r>
              <a:rPr lang="en-US"/>
              <a:t>design</a:t>
            </a:r>
          </a:p>
        </p:txBody>
      </p:sp>
      <p:sp>
        <p:nvSpPr>
          <p:cNvPr id="3" name="Content Placeholder 2">
            <a:extLst>
              <a:ext uri="{FF2B5EF4-FFF2-40B4-BE49-F238E27FC236}">
                <a16:creationId xmlns:a16="http://schemas.microsoft.com/office/drawing/2014/main" id="{4ED72DC5-0473-4BDF-BCC9-2481B80E7D88}"/>
              </a:ext>
            </a:extLst>
          </p:cNvPr>
          <p:cNvSpPr>
            <a:spLocks noGrp="1"/>
          </p:cNvSpPr>
          <p:nvPr>
            <p:ph sz="half" idx="1"/>
          </p:nvPr>
        </p:nvSpPr>
        <p:spPr/>
        <p:txBody>
          <a:bodyPr vert="horz" lIns="91440" tIns="45720" rIns="91440" bIns="45720" rtlCol="0" anchor="t">
            <a:normAutofit/>
          </a:bodyPr>
          <a:lstStyle/>
          <a:p>
            <a:r>
              <a:rPr lang="en-US">
                <a:ea typeface="+mn-lt"/>
                <a:cs typeface="+mn-lt"/>
              </a:rPr>
              <a:t>Well-studied macroeconomic factors for the United States economy</a:t>
            </a:r>
          </a:p>
          <a:p>
            <a:r>
              <a:rPr lang="en-US">
                <a:ea typeface="+mn-lt"/>
                <a:cs typeface="+mn-lt"/>
              </a:rPr>
              <a:t>Leading sentiment microeconomic indicators </a:t>
            </a:r>
          </a:p>
          <a:p>
            <a:r>
              <a:rPr lang="en-US">
                <a:ea typeface="+mn-lt"/>
                <a:cs typeface="+mn-lt"/>
              </a:rPr>
              <a:t>Sources are FRED and Yahoo Finance</a:t>
            </a:r>
            <a:endParaRPr lang="en-US"/>
          </a:p>
        </p:txBody>
      </p:sp>
      <p:graphicFrame>
        <p:nvGraphicFramePr>
          <p:cNvPr id="7" name="Diagram 7">
            <a:extLst>
              <a:ext uri="{FF2B5EF4-FFF2-40B4-BE49-F238E27FC236}">
                <a16:creationId xmlns:a16="http://schemas.microsoft.com/office/drawing/2014/main" id="{3FC07B5A-F3D2-49ED-8982-17D03BF9CF0E}"/>
              </a:ext>
            </a:extLst>
          </p:cNvPr>
          <p:cNvGraphicFramePr>
            <a:graphicFrameLocks noGrp="1"/>
          </p:cNvGraphicFramePr>
          <p:nvPr>
            <p:ph sz="half" idx="2"/>
            <p:extLst>
              <p:ext uri="{D42A27DB-BD31-4B8C-83A1-F6EECF244321}">
                <p14:modId xmlns:p14="http://schemas.microsoft.com/office/powerpoint/2010/main" val="1699386542"/>
              </p:ext>
            </p:extLst>
          </p:nvPr>
        </p:nvGraphicFramePr>
        <p:xfrm>
          <a:off x="6413500" y="2011941"/>
          <a:ext cx="4645025" cy="38053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9871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C7CE8-DE2A-4DF7-9F97-54A758ABDC56}"/>
              </a:ext>
            </a:extLst>
          </p:cNvPr>
          <p:cNvSpPr>
            <a:spLocks noGrp="1"/>
          </p:cNvSpPr>
          <p:nvPr>
            <p:ph type="title"/>
          </p:nvPr>
        </p:nvSpPr>
        <p:spPr/>
        <p:txBody>
          <a:bodyPr/>
          <a:lstStyle/>
          <a:p>
            <a:r>
              <a:rPr lang="en-US"/>
              <a:t>Assumptions</a:t>
            </a:r>
            <a:endParaRPr lang="en-US" dirty="0"/>
          </a:p>
        </p:txBody>
      </p:sp>
      <p:sp>
        <p:nvSpPr>
          <p:cNvPr id="3" name="Content Placeholder 2">
            <a:extLst>
              <a:ext uri="{FF2B5EF4-FFF2-40B4-BE49-F238E27FC236}">
                <a16:creationId xmlns:a16="http://schemas.microsoft.com/office/drawing/2014/main" id="{54D4E014-7C45-487B-B35F-FAD555A37CA6}"/>
              </a:ext>
            </a:extLst>
          </p:cNvPr>
          <p:cNvSpPr>
            <a:spLocks noGrp="1"/>
          </p:cNvSpPr>
          <p:nvPr>
            <p:ph idx="1"/>
          </p:nvPr>
        </p:nvSpPr>
        <p:spPr/>
        <p:txBody>
          <a:bodyPr>
            <a:normAutofit/>
          </a:bodyPr>
          <a:lstStyle/>
          <a:p>
            <a:r>
              <a:rPr lang="en-US"/>
              <a:t>Stock</a:t>
            </a:r>
            <a:r>
              <a:rPr lang="en-US">
                <a:ea typeface="+mn-lt"/>
                <a:cs typeface="+mn-lt"/>
              </a:rPr>
              <a:t> Market data is microecnomic</a:t>
            </a:r>
            <a:endParaRPr lang="en-US"/>
          </a:p>
          <a:p>
            <a:pPr lvl="1"/>
            <a:r>
              <a:rPr lang="en-US">
                <a:ea typeface="+mn-lt"/>
                <a:cs typeface="+mn-lt"/>
              </a:rPr>
              <a:t>Influences consumer choices</a:t>
            </a:r>
            <a:endParaRPr lang="en-US" dirty="0">
              <a:ea typeface="+mn-lt"/>
              <a:cs typeface="+mn-lt"/>
            </a:endParaRPr>
          </a:p>
          <a:p>
            <a:pPr lvl="1"/>
            <a:r>
              <a:rPr lang="en-US"/>
              <a:t>Affects decisions of individual firms</a:t>
            </a:r>
            <a:endParaRPr lang="en-US" dirty="0"/>
          </a:p>
          <a:p>
            <a:r>
              <a:rPr lang="en-US"/>
              <a:t>Aggregated Household Income data is microeconomic</a:t>
            </a:r>
          </a:p>
          <a:p>
            <a:pPr lvl="1"/>
            <a:r>
              <a:rPr lang="en-US"/>
              <a:t>Household income influences consumer choices</a:t>
            </a:r>
            <a:endParaRPr lang="en-US" dirty="0"/>
          </a:p>
          <a:p>
            <a:pPr lvl="1"/>
            <a:r>
              <a:rPr lang="en-US"/>
              <a:t>Aggregation does not influence its classification</a:t>
            </a:r>
            <a:endParaRPr lang="en-US" dirty="0"/>
          </a:p>
          <a:p>
            <a:endParaRPr lang="en-US" dirty="0"/>
          </a:p>
        </p:txBody>
      </p:sp>
      <p:pic>
        <p:nvPicPr>
          <p:cNvPr id="5" name="Graphic 5" descr="Artificial Intelligence with solid fill">
            <a:extLst>
              <a:ext uri="{FF2B5EF4-FFF2-40B4-BE49-F238E27FC236}">
                <a16:creationId xmlns:a16="http://schemas.microsoft.com/office/drawing/2014/main" id="{BE4855F8-F767-4298-8AE6-AECA4034E80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58446" y="579698"/>
            <a:ext cx="914400" cy="914400"/>
          </a:xfrm>
          <a:prstGeom prst="rect">
            <a:avLst/>
          </a:prstGeom>
        </p:spPr>
      </p:pic>
    </p:spTree>
    <p:extLst>
      <p:ext uri="{BB962C8B-B14F-4D97-AF65-F5344CB8AC3E}">
        <p14:creationId xmlns:p14="http://schemas.microsoft.com/office/powerpoint/2010/main" val="611519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2FFA7-353C-4A20-9DE8-DE7A4461EDA2}"/>
              </a:ext>
            </a:extLst>
          </p:cNvPr>
          <p:cNvSpPr>
            <a:spLocks noGrp="1"/>
          </p:cNvSpPr>
          <p:nvPr>
            <p:ph type="title"/>
          </p:nvPr>
        </p:nvSpPr>
        <p:spPr/>
        <p:txBody>
          <a:bodyPr/>
          <a:lstStyle/>
          <a:p>
            <a:r>
              <a:rPr lang="en-US"/>
              <a:t>EDA</a:t>
            </a:r>
          </a:p>
        </p:txBody>
      </p:sp>
      <p:graphicFrame>
        <p:nvGraphicFramePr>
          <p:cNvPr id="10" name="Content Placeholder 5">
            <a:extLst>
              <a:ext uri="{FF2B5EF4-FFF2-40B4-BE49-F238E27FC236}">
                <a16:creationId xmlns:a16="http://schemas.microsoft.com/office/drawing/2014/main" id="{1F994B4D-2CB9-4F26-A735-2A873178363F}"/>
              </a:ext>
            </a:extLst>
          </p:cNvPr>
          <p:cNvGraphicFramePr>
            <a:graphicFrameLocks noGrp="1"/>
          </p:cNvGraphicFramePr>
          <p:nvPr>
            <p:ph idx="1"/>
          </p:nvPr>
        </p:nvGraphicFramePr>
        <p:xfrm>
          <a:off x="1451579" y="2015732"/>
          <a:ext cx="9603275" cy="3450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Graphic 7" descr="Flask with solid fill">
            <a:extLst>
              <a:ext uri="{FF2B5EF4-FFF2-40B4-BE49-F238E27FC236}">
                <a16:creationId xmlns:a16="http://schemas.microsoft.com/office/drawing/2014/main" id="{3B0FFB4E-E867-4685-864A-224B3DF21A2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494982" y="547255"/>
            <a:ext cx="914400" cy="914400"/>
          </a:xfrm>
          <a:prstGeom prst="rect">
            <a:avLst/>
          </a:prstGeom>
        </p:spPr>
      </p:pic>
    </p:spTree>
    <p:extLst>
      <p:ext uri="{BB962C8B-B14F-4D97-AF65-F5344CB8AC3E}">
        <p14:creationId xmlns:p14="http://schemas.microsoft.com/office/powerpoint/2010/main" val="307036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88011AB3-F298-489B-9CDC-E4D0C6BF7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a:extLst>
              <a:ext uri="{FF2B5EF4-FFF2-40B4-BE49-F238E27FC236}">
                <a16:creationId xmlns:a16="http://schemas.microsoft.com/office/drawing/2014/main" id="{BB644495-DD06-45AD-AA80-247F03A33D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8938" y="1847088"/>
            <a:ext cx="283152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E320A6D8-EB3C-43F6-A686-3CAE99D5AE4D}"/>
              </a:ext>
            </a:extLst>
          </p:cNvPr>
          <p:cNvSpPr>
            <a:spLocks noGrp="1"/>
          </p:cNvSpPr>
          <p:nvPr>
            <p:ph type="title"/>
          </p:nvPr>
        </p:nvSpPr>
        <p:spPr>
          <a:xfrm>
            <a:off x="656623" y="804520"/>
            <a:ext cx="2830940" cy="1049235"/>
          </a:xfrm>
        </p:spPr>
        <p:txBody>
          <a:bodyPr>
            <a:normAutofit/>
          </a:bodyPr>
          <a:lstStyle/>
          <a:p>
            <a:r>
              <a:rPr lang="en-US" sz="2200"/>
              <a:t>Data Discovery - Macroeconomic</a:t>
            </a:r>
          </a:p>
        </p:txBody>
      </p:sp>
      <p:sp>
        <p:nvSpPr>
          <p:cNvPr id="93" name="Rectangle 92">
            <a:extLst>
              <a:ext uri="{FF2B5EF4-FFF2-40B4-BE49-F238E27FC236}">
                <a16:creationId xmlns:a16="http://schemas.microsoft.com/office/drawing/2014/main" id="{97ECE6F9-C5A2-4F4F-960C-6971D0612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86" name="Content Placeholder 85">
            <a:extLst>
              <a:ext uri="{FF2B5EF4-FFF2-40B4-BE49-F238E27FC236}">
                <a16:creationId xmlns:a16="http://schemas.microsoft.com/office/drawing/2014/main" id="{3560DE20-576E-41C9-9381-28A8B7DABC4D}"/>
              </a:ext>
            </a:extLst>
          </p:cNvPr>
          <p:cNvSpPr>
            <a:spLocks noGrp="1"/>
          </p:cNvSpPr>
          <p:nvPr>
            <p:ph idx="1"/>
          </p:nvPr>
        </p:nvSpPr>
        <p:spPr>
          <a:xfrm>
            <a:off x="656624" y="2015732"/>
            <a:ext cx="2828026" cy="3287567"/>
          </a:xfrm>
        </p:spPr>
        <p:txBody>
          <a:bodyPr>
            <a:normAutofit/>
          </a:bodyPr>
          <a:lstStyle/>
          <a:p>
            <a:r>
              <a:rPr lang="en-US"/>
              <a:t>Recessions in Red</a:t>
            </a:r>
          </a:p>
          <a:p>
            <a:r>
              <a:rPr lang="en-US"/>
              <a:t>Trends fairly evident</a:t>
            </a:r>
          </a:p>
          <a:p>
            <a:pPr lvl="1"/>
            <a:r>
              <a:rPr lang="en-US"/>
              <a:t>Increases in Unemployment usually indicates recessions</a:t>
            </a:r>
          </a:p>
          <a:p>
            <a:pPr lvl="1"/>
            <a:endParaRPr lang="en-US" dirty="0"/>
          </a:p>
        </p:txBody>
      </p:sp>
      <p:grpSp>
        <p:nvGrpSpPr>
          <p:cNvPr id="95" name="Group 94">
            <a:extLst>
              <a:ext uri="{FF2B5EF4-FFF2-40B4-BE49-F238E27FC236}">
                <a16:creationId xmlns:a16="http://schemas.microsoft.com/office/drawing/2014/main" id="{2816CFF4-7965-45A1-8E21-056F9AE41A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7463258" y="583365"/>
            <a:chExt cx="7560115" cy="5181928"/>
          </a:xfrm>
        </p:grpSpPr>
        <p:sp>
          <p:nvSpPr>
            <p:cNvPr id="96" name="Rectangle 95">
              <a:extLst>
                <a:ext uri="{FF2B5EF4-FFF2-40B4-BE49-F238E27FC236}">
                  <a16:creationId xmlns:a16="http://schemas.microsoft.com/office/drawing/2014/main" id="{4D532C27-BB17-4043-95BB-B193D9175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8" y="583365"/>
              <a:ext cx="7560115"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BF36FCA3-855B-4C42-871A-CE32957E6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7" y="915807"/>
              <a:ext cx="69282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99" name="Rectangle 98">
            <a:extLst>
              <a:ext uri="{FF2B5EF4-FFF2-40B4-BE49-F238E27FC236}">
                <a16:creationId xmlns:a16="http://schemas.microsoft.com/office/drawing/2014/main" id="{0105ED54-B9E7-4A77-A906-6931E7BC1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871" y="977099"/>
            <a:ext cx="6613984" cy="4136205"/>
          </a:xfrm>
          <a:prstGeom prst="rect">
            <a:avLst/>
          </a:prstGeom>
          <a:solidFill>
            <a:srgbClr val="FFFFFE"/>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Picture 82" descr="Chart, line chart&#10;&#10;Description automatically generated">
            <a:extLst>
              <a:ext uri="{FF2B5EF4-FFF2-40B4-BE49-F238E27FC236}">
                <a16:creationId xmlns:a16="http://schemas.microsoft.com/office/drawing/2014/main" id="{8CDB3D3E-24BD-46FD-A62C-2BF3E3711957}"/>
              </a:ext>
            </a:extLst>
          </p:cNvPr>
          <p:cNvPicPr>
            <a:picLocks noChangeAspect="1"/>
          </p:cNvPicPr>
          <p:nvPr/>
        </p:nvPicPr>
        <p:blipFill>
          <a:blip r:embed="rId2"/>
          <a:stretch>
            <a:fillRect/>
          </a:stretch>
        </p:blipFill>
        <p:spPr>
          <a:xfrm>
            <a:off x="4615683" y="1722969"/>
            <a:ext cx="3880765" cy="2658323"/>
          </a:xfrm>
          <a:prstGeom prst="rect">
            <a:avLst/>
          </a:prstGeom>
        </p:spPr>
      </p:pic>
      <p:pic>
        <p:nvPicPr>
          <p:cNvPr id="4" name="Picture 4" descr="Chart, line chart&#10;&#10;Description automatically generated">
            <a:extLst>
              <a:ext uri="{FF2B5EF4-FFF2-40B4-BE49-F238E27FC236}">
                <a16:creationId xmlns:a16="http://schemas.microsoft.com/office/drawing/2014/main" id="{59A49899-DC4B-4361-8B80-2B320FFB0912}"/>
              </a:ext>
            </a:extLst>
          </p:cNvPr>
          <p:cNvPicPr>
            <a:picLocks noChangeAspect="1"/>
          </p:cNvPicPr>
          <p:nvPr/>
        </p:nvPicPr>
        <p:blipFill>
          <a:blip r:embed="rId3"/>
          <a:stretch>
            <a:fillRect/>
          </a:stretch>
        </p:blipFill>
        <p:spPr>
          <a:xfrm>
            <a:off x="8660174" y="3295692"/>
            <a:ext cx="2255303" cy="1522329"/>
          </a:xfrm>
          <a:prstGeom prst="rect">
            <a:avLst/>
          </a:prstGeom>
        </p:spPr>
      </p:pic>
      <p:pic>
        <p:nvPicPr>
          <p:cNvPr id="101" name="Picture 100">
            <a:extLst>
              <a:ext uri="{FF2B5EF4-FFF2-40B4-BE49-F238E27FC236}">
                <a16:creationId xmlns:a16="http://schemas.microsoft.com/office/drawing/2014/main" id="{84ACBFAF-EDCF-4F5A-9E73-1D74270EF5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03" name="Straight Connector 102">
            <a:extLst>
              <a:ext uri="{FF2B5EF4-FFF2-40B4-BE49-F238E27FC236}">
                <a16:creationId xmlns:a16="http://schemas.microsoft.com/office/drawing/2014/main" id="{BA5E64BC-15F3-4902-B20F-A77B48A006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83" name="Picture 83" descr="Chart, line chart&#10;&#10;Description automatically generated">
            <a:extLst>
              <a:ext uri="{FF2B5EF4-FFF2-40B4-BE49-F238E27FC236}">
                <a16:creationId xmlns:a16="http://schemas.microsoft.com/office/drawing/2014/main" id="{967E6B26-5ECA-4396-B67C-0527887B4D6B}"/>
              </a:ext>
            </a:extLst>
          </p:cNvPr>
          <p:cNvPicPr>
            <a:picLocks noChangeAspect="1"/>
          </p:cNvPicPr>
          <p:nvPr/>
        </p:nvPicPr>
        <p:blipFill>
          <a:blip r:embed="rId5"/>
          <a:stretch>
            <a:fillRect/>
          </a:stretch>
        </p:blipFill>
        <p:spPr>
          <a:xfrm>
            <a:off x="8661399" y="1225188"/>
            <a:ext cx="2235200" cy="1573213"/>
          </a:xfrm>
          <a:prstGeom prst="rect">
            <a:avLst/>
          </a:prstGeom>
        </p:spPr>
      </p:pic>
    </p:spTree>
    <p:extLst>
      <p:ext uri="{BB962C8B-B14F-4D97-AF65-F5344CB8AC3E}">
        <p14:creationId xmlns:p14="http://schemas.microsoft.com/office/powerpoint/2010/main" val="2806579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8011AB3-F298-489B-9CDC-E4D0C6BF7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BB644495-DD06-45AD-AA80-247F03A33D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8938" y="1847088"/>
            <a:ext cx="283152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0C3A049C-B789-4B5A-AF48-FBA30AE3BD14}"/>
              </a:ext>
            </a:extLst>
          </p:cNvPr>
          <p:cNvSpPr>
            <a:spLocks noGrp="1"/>
          </p:cNvSpPr>
          <p:nvPr>
            <p:ph type="title"/>
          </p:nvPr>
        </p:nvSpPr>
        <p:spPr>
          <a:xfrm>
            <a:off x="656623" y="804520"/>
            <a:ext cx="2830940" cy="1049235"/>
          </a:xfrm>
        </p:spPr>
        <p:txBody>
          <a:bodyPr>
            <a:normAutofit/>
          </a:bodyPr>
          <a:lstStyle/>
          <a:p>
            <a:r>
              <a:rPr lang="en-US" sz="2200"/>
              <a:t>Data discovery - microeconomic</a:t>
            </a:r>
          </a:p>
        </p:txBody>
      </p:sp>
      <p:sp>
        <p:nvSpPr>
          <p:cNvPr id="17" name="Rectangle 16">
            <a:extLst>
              <a:ext uri="{FF2B5EF4-FFF2-40B4-BE49-F238E27FC236}">
                <a16:creationId xmlns:a16="http://schemas.microsoft.com/office/drawing/2014/main" id="{97ECE6F9-C5A2-4F4F-960C-6971D0612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Content Placeholder 9">
            <a:extLst>
              <a:ext uri="{FF2B5EF4-FFF2-40B4-BE49-F238E27FC236}">
                <a16:creationId xmlns:a16="http://schemas.microsoft.com/office/drawing/2014/main" id="{88137432-B67D-4E96-A796-CB32316047BA}"/>
              </a:ext>
            </a:extLst>
          </p:cNvPr>
          <p:cNvSpPr>
            <a:spLocks noGrp="1"/>
          </p:cNvSpPr>
          <p:nvPr>
            <p:ph idx="1"/>
          </p:nvPr>
        </p:nvSpPr>
        <p:spPr>
          <a:xfrm>
            <a:off x="656624" y="2015732"/>
            <a:ext cx="2828026" cy="3287567"/>
          </a:xfrm>
        </p:spPr>
        <p:txBody>
          <a:bodyPr>
            <a:normAutofit/>
          </a:bodyPr>
          <a:lstStyle/>
          <a:p>
            <a:r>
              <a:rPr lang="en-US"/>
              <a:t>Recessions in Red</a:t>
            </a:r>
          </a:p>
          <a:p>
            <a:r>
              <a:rPr lang="en-US"/>
              <a:t>Some trends are evident</a:t>
            </a:r>
            <a:endParaRPr lang="en-US" dirty="0"/>
          </a:p>
          <a:p>
            <a:pPr lvl="1"/>
            <a:r>
              <a:rPr lang="en-US"/>
              <a:t>Stock Market Falls align with recessions</a:t>
            </a:r>
          </a:p>
          <a:p>
            <a:pPr lvl="1"/>
            <a:r>
              <a:rPr lang="en-US"/>
              <a:t>Median income drops align with recession</a:t>
            </a:r>
            <a:endParaRPr lang="en-US" dirty="0"/>
          </a:p>
          <a:p>
            <a:pPr lvl="1"/>
            <a:endParaRPr lang="en-US" dirty="0"/>
          </a:p>
        </p:txBody>
      </p:sp>
      <p:grpSp>
        <p:nvGrpSpPr>
          <p:cNvPr id="19" name="Group 18">
            <a:extLst>
              <a:ext uri="{FF2B5EF4-FFF2-40B4-BE49-F238E27FC236}">
                <a16:creationId xmlns:a16="http://schemas.microsoft.com/office/drawing/2014/main" id="{2816CFF4-7965-45A1-8E21-056F9AE41A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7463258" y="583365"/>
            <a:chExt cx="7560115" cy="5181928"/>
          </a:xfrm>
        </p:grpSpPr>
        <p:sp>
          <p:nvSpPr>
            <p:cNvPr id="20" name="Rectangle 19">
              <a:extLst>
                <a:ext uri="{FF2B5EF4-FFF2-40B4-BE49-F238E27FC236}">
                  <a16:creationId xmlns:a16="http://schemas.microsoft.com/office/drawing/2014/main" id="{4D532C27-BB17-4043-95BB-B193D9175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8" y="583365"/>
              <a:ext cx="7560115"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F36FCA3-855B-4C42-871A-CE32957E6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7" y="915807"/>
              <a:ext cx="69282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0105ED54-B9E7-4A77-A906-6931E7BC1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871" y="977099"/>
            <a:ext cx="6613984" cy="4136205"/>
          </a:xfrm>
          <a:prstGeom prst="rect">
            <a:avLst/>
          </a:prstGeom>
          <a:solidFill>
            <a:srgbClr val="FFFFFE"/>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descr="Chart, line chart&#10;&#10;Description automatically generated">
            <a:extLst>
              <a:ext uri="{FF2B5EF4-FFF2-40B4-BE49-F238E27FC236}">
                <a16:creationId xmlns:a16="http://schemas.microsoft.com/office/drawing/2014/main" id="{6B28EE0D-5F8F-45DE-A768-2625CFD80FC5}"/>
              </a:ext>
            </a:extLst>
          </p:cNvPr>
          <p:cNvPicPr>
            <a:picLocks noChangeAspect="1"/>
          </p:cNvPicPr>
          <p:nvPr/>
        </p:nvPicPr>
        <p:blipFill>
          <a:blip r:embed="rId2"/>
          <a:stretch>
            <a:fillRect/>
          </a:stretch>
        </p:blipFill>
        <p:spPr>
          <a:xfrm>
            <a:off x="4615683" y="1771478"/>
            <a:ext cx="3880765" cy="2561304"/>
          </a:xfrm>
          <a:prstGeom prst="rect">
            <a:avLst/>
          </a:prstGeom>
        </p:spPr>
      </p:pic>
      <p:pic>
        <p:nvPicPr>
          <p:cNvPr id="4" name="Picture 4" descr="Chart, line chart&#10;&#10;Description automatically generated">
            <a:extLst>
              <a:ext uri="{FF2B5EF4-FFF2-40B4-BE49-F238E27FC236}">
                <a16:creationId xmlns:a16="http://schemas.microsoft.com/office/drawing/2014/main" id="{D2E3A15F-DDF7-4978-BAF7-1A13795014DF}"/>
              </a:ext>
            </a:extLst>
          </p:cNvPr>
          <p:cNvPicPr>
            <a:picLocks noChangeAspect="1"/>
          </p:cNvPicPr>
          <p:nvPr/>
        </p:nvPicPr>
        <p:blipFill>
          <a:blip r:embed="rId3"/>
          <a:stretch>
            <a:fillRect/>
          </a:stretch>
        </p:blipFill>
        <p:spPr>
          <a:xfrm>
            <a:off x="8663686" y="1336274"/>
            <a:ext cx="2251790" cy="1418627"/>
          </a:xfrm>
          <a:prstGeom prst="rect">
            <a:avLst/>
          </a:prstGeom>
        </p:spPr>
      </p:pic>
      <p:pic>
        <p:nvPicPr>
          <p:cNvPr id="6" name="Picture 6" descr="Chart, line chart&#10;&#10;Description automatically generated">
            <a:extLst>
              <a:ext uri="{FF2B5EF4-FFF2-40B4-BE49-F238E27FC236}">
                <a16:creationId xmlns:a16="http://schemas.microsoft.com/office/drawing/2014/main" id="{F5FCE7EB-C988-4AB8-B609-A53574314FBB}"/>
              </a:ext>
            </a:extLst>
          </p:cNvPr>
          <p:cNvPicPr>
            <a:picLocks noChangeAspect="1"/>
          </p:cNvPicPr>
          <p:nvPr/>
        </p:nvPicPr>
        <p:blipFill>
          <a:blip r:embed="rId4"/>
          <a:stretch>
            <a:fillRect/>
          </a:stretch>
        </p:blipFill>
        <p:spPr>
          <a:xfrm>
            <a:off x="8660174" y="3335160"/>
            <a:ext cx="2255303" cy="1443393"/>
          </a:xfrm>
          <a:prstGeom prst="rect">
            <a:avLst/>
          </a:prstGeom>
        </p:spPr>
      </p:pic>
      <p:pic>
        <p:nvPicPr>
          <p:cNvPr id="25" name="Picture 24">
            <a:extLst>
              <a:ext uri="{FF2B5EF4-FFF2-40B4-BE49-F238E27FC236}">
                <a16:creationId xmlns:a16="http://schemas.microsoft.com/office/drawing/2014/main" id="{84ACBFAF-EDCF-4F5A-9E73-1D74270EF5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7" name="Straight Connector 26">
            <a:extLst>
              <a:ext uri="{FF2B5EF4-FFF2-40B4-BE49-F238E27FC236}">
                <a16:creationId xmlns:a16="http://schemas.microsoft.com/office/drawing/2014/main" id="{BA5E64BC-15F3-4902-B20F-A77B48A006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5291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8011AB3-F298-489B-9CDC-E4D0C6BF7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BB644495-DD06-45AD-AA80-247F03A33D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8938" y="1847088"/>
            <a:ext cx="283152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275D2772-D5C1-4F2F-982C-E3CE6311D7C1}"/>
              </a:ext>
            </a:extLst>
          </p:cNvPr>
          <p:cNvSpPr>
            <a:spLocks noGrp="1"/>
          </p:cNvSpPr>
          <p:nvPr>
            <p:ph type="title"/>
          </p:nvPr>
        </p:nvSpPr>
        <p:spPr>
          <a:xfrm>
            <a:off x="656623" y="804520"/>
            <a:ext cx="2830940" cy="1049235"/>
          </a:xfrm>
        </p:spPr>
        <p:txBody>
          <a:bodyPr>
            <a:normAutofit/>
          </a:bodyPr>
          <a:lstStyle/>
          <a:p>
            <a:r>
              <a:rPr lang="en-US" sz="2500"/>
              <a:t>Data discovery - distribution</a:t>
            </a:r>
          </a:p>
        </p:txBody>
      </p:sp>
      <p:sp>
        <p:nvSpPr>
          <p:cNvPr id="17" name="Rectangle 16">
            <a:extLst>
              <a:ext uri="{FF2B5EF4-FFF2-40B4-BE49-F238E27FC236}">
                <a16:creationId xmlns:a16="http://schemas.microsoft.com/office/drawing/2014/main" id="{97ECE6F9-C5A2-4F4F-960C-6971D0612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Content Placeholder 9">
            <a:extLst>
              <a:ext uri="{FF2B5EF4-FFF2-40B4-BE49-F238E27FC236}">
                <a16:creationId xmlns:a16="http://schemas.microsoft.com/office/drawing/2014/main" id="{F2787F8E-44EF-4B0E-B76E-EC2BA456B89F}"/>
              </a:ext>
            </a:extLst>
          </p:cNvPr>
          <p:cNvSpPr>
            <a:spLocks noGrp="1"/>
          </p:cNvSpPr>
          <p:nvPr>
            <p:ph idx="1"/>
          </p:nvPr>
        </p:nvSpPr>
        <p:spPr>
          <a:xfrm>
            <a:off x="656624" y="2015732"/>
            <a:ext cx="2828026" cy="3287567"/>
          </a:xfrm>
        </p:spPr>
        <p:txBody>
          <a:bodyPr>
            <a:normAutofit/>
          </a:bodyPr>
          <a:lstStyle/>
          <a:p>
            <a:r>
              <a:rPr lang="en-US"/>
              <a:t>Non-Gaussian Distribution for Raw Data</a:t>
            </a:r>
          </a:p>
        </p:txBody>
      </p:sp>
      <p:grpSp>
        <p:nvGrpSpPr>
          <p:cNvPr id="19" name="Group 18">
            <a:extLst>
              <a:ext uri="{FF2B5EF4-FFF2-40B4-BE49-F238E27FC236}">
                <a16:creationId xmlns:a16="http://schemas.microsoft.com/office/drawing/2014/main" id="{2816CFF4-7965-45A1-8E21-056F9AE41A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7463258" y="583365"/>
            <a:chExt cx="7560115" cy="5181928"/>
          </a:xfrm>
        </p:grpSpPr>
        <p:sp>
          <p:nvSpPr>
            <p:cNvPr id="20" name="Rectangle 19">
              <a:extLst>
                <a:ext uri="{FF2B5EF4-FFF2-40B4-BE49-F238E27FC236}">
                  <a16:creationId xmlns:a16="http://schemas.microsoft.com/office/drawing/2014/main" id="{4D532C27-BB17-4043-95BB-B193D9175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8" y="583365"/>
              <a:ext cx="7560115"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F36FCA3-855B-4C42-871A-CE32957E6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7" y="915807"/>
              <a:ext cx="69282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0105ED54-B9E7-4A77-A906-6931E7BC1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871" y="977099"/>
            <a:ext cx="6613984" cy="4136205"/>
          </a:xfrm>
          <a:prstGeom prst="rect">
            <a:avLst/>
          </a:prstGeom>
          <a:solidFill>
            <a:srgbClr val="FFFFFE"/>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6" descr="Chart&#10;&#10;Description automatically generated">
            <a:extLst>
              <a:ext uri="{FF2B5EF4-FFF2-40B4-BE49-F238E27FC236}">
                <a16:creationId xmlns:a16="http://schemas.microsoft.com/office/drawing/2014/main" id="{C08F5CF9-D29A-46B1-A229-8D06137597D9}"/>
              </a:ext>
            </a:extLst>
          </p:cNvPr>
          <p:cNvPicPr>
            <a:picLocks noChangeAspect="1"/>
          </p:cNvPicPr>
          <p:nvPr/>
        </p:nvPicPr>
        <p:blipFill>
          <a:blip r:embed="rId2"/>
          <a:stretch>
            <a:fillRect/>
          </a:stretch>
        </p:blipFill>
        <p:spPr>
          <a:xfrm>
            <a:off x="4615683" y="1669608"/>
            <a:ext cx="3880765" cy="2765045"/>
          </a:xfrm>
          <a:prstGeom prst="rect">
            <a:avLst/>
          </a:prstGeom>
        </p:spPr>
      </p:pic>
      <p:pic>
        <p:nvPicPr>
          <p:cNvPr id="4" name="Picture 4" descr="Chart, histogram&#10;&#10;Description automatically generated">
            <a:extLst>
              <a:ext uri="{FF2B5EF4-FFF2-40B4-BE49-F238E27FC236}">
                <a16:creationId xmlns:a16="http://schemas.microsoft.com/office/drawing/2014/main" id="{AC376E5E-3ED1-441E-8031-8588F04C285D}"/>
              </a:ext>
            </a:extLst>
          </p:cNvPr>
          <p:cNvPicPr>
            <a:picLocks noChangeAspect="1"/>
          </p:cNvPicPr>
          <p:nvPr/>
        </p:nvPicPr>
        <p:blipFill>
          <a:blip r:embed="rId3"/>
          <a:stretch>
            <a:fillRect/>
          </a:stretch>
        </p:blipFill>
        <p:spPr>
          <a:xfrm>
            <a:off x="8663686" y="1265905"/>
            <a:ext cx="2251790" cy="1559364"/>
          </a:xfrm>
          <a:prstGeom prst="rect">
            <a:avLst/>
          </a:prstGeom>
        </p:spPr>
      </p:pic>
      <p:pic>
        <p:nvPicPr>
          <p:cNvPr id="5" name="Picture 5" descr="Chart&#10;&#10;Description automatically generated">
            <a:extLst>
              <a:ext uri="{FF2B5EF4-FFF2-40B4-BE49-F238E27FC236}">
                <a16:creationId xmlns:a16="http://schemas.microsoft.com/office/drawing/2014/main" id="{F4FD1D58-527F-4E06-AFF6-24B071F4D91D}"/>
              </a:ext>
            </a:extLst>
          </p:cNvPr>
          <p:cNvPicPr>
            <a:picLocks noChangeAspect="1"/>
          </p:cNvPicPr>
          <p:nvPr/>
        </p:nvPicPr>
        <p:blipFill>
          <a:blip r:embed="rId4"/>
          <a:stretch>
            <a:fillRect/>
          </a:stretch>
        </p:blipFill>
        <p:spPr>
          <a:xfrm>
            <a:off x="8660174" y="3259043"/>
            <a:ext cx="2255303" cy="1595626"/>
          </a:xfrm>
          <a:prstGeom prst="rect">
            <a:avLst/>
          </a:prstGeom>
        </p:spPr>
      </p:pic>
      <p:pic>
        <p:nvPicPr>
          <p:cNvPr id="25" name="Picture 24">
            <a:extLst>
              <a:ext uri="{FF2B5EF4-FFF2-40B4-BE49-F238E27FC236}">
                <a16:creationId xmlns:a16="http://schemas.microsoft.com/office/drawing/2014/main" id="{84ACBFAF-EDCF-4F5A-9E73-1D74270EF5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7" name="Straight Connector 26">
            <a:extLst>
              <a:ext uri="{FF2B5EF4-FFF2-40B4-BE49-F238E27FC236}">
                <a16:creationId xmlns:a16="http://schemas.microsoft.com/office/drawing/2014/main" id="{BA5E64BC-15F3-4902-B20F-A77B48A006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7664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7" name="Rectangle 29">
            <a:extLst>
              <a:ext uri="{FF2B5EF4-FFF2-40B4-BE49-F238E27FC236}">
                <a16:creationId xmlns:a16="http://schemas.microsoft.com/office/drawing/2014/main" id="{88011AB3-F298-489B-9CDC-E4D0C6BF7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31">
            <a:extLst>
              <a:ext uri="{FF2B5EF4-FFF2-40B4-BE49-F238E27FC236}">
                <a16:creationId xmlns:a16="http://schemas.microsoft.com/office/drawing/2014/main" id="{BB644495-DD06-45AD-AA80-247F03A33D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58938" y="1847088"/>
            <a:ext cx="283152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31CFCE3D-3443-4687-B587-4B4F318976EF}"/>
              </a:ext>
            </a:extLst>
          </p:cNvPr>
          <p:cNvSpPr>
            <a:spLocks noGrp="1"/>
          </p:cNvSpPr>
          <p:nvPr>
            <p:ph type="title"/>
          </p:nvPr>
        </p:nvSpPr>
        <p:spPr>
          <a:xfrm>
            <a:off x="656623" y="804520"/>
            <a:ext cx="2830940" cy="1049235"/>
          </a:xfrm>
        </p:spPr>
        <p:txBody>
          <a:bodyPr>
            <a:normAutofit/>
          </a:bodyPr>
          <a:lstStyle/>
          <a:p>
            <a:r>
              <a:rPr lang="en-US" sz="2500"/>
              <a:t>Data discovery - distribution</a:t>
            </a:r>
          </a:p>
        </p:txBody>
      </p:sp>
      <p:sp>
        <p:nvSpPr>
          <p:cNvPr id="29" name="Rectangle 33">
            <a:extLst>
              <a:ext uri="{FF2B5EF4-FFF2-40B4-BE49-F238E27FC236}">
                <a16:creationId xmlns:a16="http://schemas.microsoft.com/office/drawing/2014/main" id="{97ECE6F9-C5A2-4F4F-960C-6971D0612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Content Placeholder 9">
            <a:extLst>
              <a:ext uri="{FF2B5EF4-FFF2-40B4-BE49-F238E27FC236}">
                <a16:creationId xmlns:a16="http://schemas.microsoft.com/office/drawing/2014/main" id="{DFC5DE56-DE65-4193-ABB0-73D1B217A1D3}"/>
              </a:ext>
            </a:extLst>
          </p:cNvPr>
          <p:cNvSpPr>
            <a:spLocks noGrp="1"/>
          </p:cNvSpPr>
          <p:nvPr>
            <p:ph idx="1"/>
          </p:nvPr>
        </p:nvSpPr>
        <p:spPr>
          <a:xfrm>
            <a:off x="656624" y="2015732"/>
            <a:ext cx="2828026" cy="3287567"/>
          </a:xfrm>
        </p:spPr>
        <p:txBody>
          <a:bodyPr>
            <a:normAutofit/>
          </a:bodyPr>
          <a:lstStyle/>
          <a:p>
            <a:r>
              <a:rPr lang="en-US"/>
              <a:t>Mostly Gaussian Data with Percent Change Data</a:t>
            </a:r>
          </a:p>
          <a:p>
            <a:pPr lvl="1"/>
            <a:r>
              <a:rPr lang="en-US"/>
              <a:t>Outliers prevalent</a:t>
            </a:r>
            <a:endParaRPr lang="en-US" dirty="0"/>
          </a:p>
          <a:p>
            <a:pPr lvl="1"/>
            <a:r>
              <a:rPr lang="en-US"/>
              <a:t>Data less Gaussiant with recessions</a:t>
            </a:r>
            <a:endParaRPr lang="en-US" dirty="0"/>
          </a:p>
        </p:txBody>
      </p:sp>
      <p:grpSp>
        <p:nvGrpSpPr>
          <p:cNvPr id="31" name="Group 35">
            <a:extLst>
              <a:ext uri="{FF2B5EF4-FFF2-40B4-BE49-F238E27FC236}">
                <a16:creationId xmlns:a16="http://schemas.microsoft.com/office/drawing/2014/main" id="{2816CFF4-7965-45A1-8E21-056F9AE41A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7463258" y="583365"/>
            <a:chExt cx="7560115" cy="5181928"/>
          </a:xfrm>
        </p:grpSpPr>
        <p:sp>
          <p:nvSpPr>
            <p:cNvPr id="37" name="Rectangle 36">
              <a:extLst>
                <a:ext uri="{FF2B5EF4-FFF2-40B4-BE49-F238E27FC236}">
                  <a16:creationId xmlns:a16="http://schemas.microsoft.com/office/drawing/2014/main" id="{4D532C27-BB17-4043-95BB-B193D91754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3258" y="583365"/>
              <a:ext cx="7560115"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BF36FCA3-855B-4C42-871A-CE32957E6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76317" y="915807"/>
              <a:ext cx="6928279" cy="4494927"/>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3" name="Rectangle 39">
            <a:extLst>
              <a:ext uri="{FF2B5EF4-FFF2-40B4-BE49-F238E27FC236}">
                <a16:creationId xmlns:a16="http://schemas.microsoft.com/office/drawing/2014/main" id="{0105ED54-B9E7-4A77-A906-6931E7BC18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871" y="977099"/>
            <a:ext cx="6613984" cy="4136205"/>
          </a:xfrm>
          <a:prstGeom prst="rect">
            <a:avLst/>
          </a:prstGeom>
          <a:solidFill>
            <a:srgbClr val="FFFFFE"/>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6" descr="Chart, histogram&#10;&#10;Description automatically generated">
            <a:extLst>
              <a:ext uri="{FF2B5EF4-FFF2-40B4-BE49-F238E27FC236}">
                <a16:creationId xmlns:a16="http://schemas.microsoft.com/office/drawing/2014/main" id="{A506A6E6-C163-49FD-A8D0-351433CC1732}"/>
              </a:ext>
            </a:extLst>
          </p:cNvPr>
          <p:cNvPicPr>
            <a:picLocks noChangeAspect="1"/>
          </p:cNvPicPr>
          <p:nvPr/>
        </p:nvPicPr>
        <p:blipFill rotWithShape="1">
          <a:blip r:embed="rId2"/>
          <a:srcRect l="-1638" r="4220" b="-399"/>
          <a:stretch/>
        </p:blipFill>
        <p:spPr>
          <a:xfrm>
            <a:off x="4569501" y="1529147"/>
            <a:ext cx="4093861" cy="3038302"/>
          </a:xfrm>
          <a:prstGeom prst="rect">
            <a:avLst/>
          </a:prstGeom>
        </p:spPr>
      </p:pic>
      <p:pic>
        <p:nvPicPr>
          <p:cNvPr id="5" name="Picture 5" descr="Chart&#10;&#10;Description automatically generated">
            <a:extLst>
              <a:ext uri="{FF2B5EF4-FFF2-40B4-BE49-F238E27FC236}">
                <a16:creationId xmlns:a16="http://schemas.microsoft.com/office/drawing/2014/main" id="{0233EA87-0400-4DBB-98FD-1C61779AE4CB}"/>
              </a:ext>
            </a:extLst>
          </p:cNvPr>
          <p:cNvPicPr>
            <a:picLocks noChangeAspect="1"/>
          </p:cNvPicPr>
          <p:nvPr/>
        </p:nvPicPr>
        <p:blipFill rotWithShape="1">
          <a:blip r:embed="rId3"/>
          <a:srcRect t="2755" r="-5" b="4075"/>
          <a:stretch/>
        </p:blipFill>
        <p:spPr>
          <a:xfrm>
            <a:off x="8663686" y="1308704"/>
            <a:ext cx="2251790" cy="1473766"/>
          </a:xfrm>
          <a:prstGeom prst="rect">
            <a:avLst/>
          </a:prstGeom>
        </p:spPr>
      </p:pic>
      <p:pic>
        <p:nvPicPr>
          <p:cNvPr id="4" name="Picture 4" descr="Chart&#10;&#10;Description automatically generated">
            <a:extLst>
              <a:ext uri="{FF2B5EF4-FFF2-40B4-BE49-F238E27FC236}">
                <a16:creationId xmlns:a16="http://schemas.microsoft.com/office/drawing/2014/main" id="{17E65DAA-4523-4F0A-893E-8D688AD31ACB}"/>
              </a:ext>
            </a:extLst>
          </p:cNvPr>
          <p:cNvPicPr>
            <a:picLocks noChangeAspect="1"/>
          </p:cNvPicPr>
          <p:nvPr/>
        </p:nvPicPr>
        <p:blipFill rotWithShape="1">
          <a:blip r:embed="rId4"/>
          <a:srcRect l="23039" r="5807" b="2"/>
          <a:stretch/>
        </p:blipFill>
        <p:spPr>
          <a:xfrm>
            <a:off x="8856860" y="3131196"/>
            <a:ext cx="1861930" cy="1851321"/>
          </a:xfrm>
          <a:prstGeom prst="rect">
            <a:avLst/>
          </a:prstGeom>
        </p:spPr>
      </p:pic>
      <p:pic>
        <p:nvPicPr>
          <p:cNvPr id="35" name="Picture 41">
            <a:extLst>
              <a:ext uri="{FF2B5EF4-FFF2-40B4-BE49-F238E27FC236}">
                <a16:creationId xmlns:a16="http://schemas.microsoft.com/office/drawing/2014/main" id="{84ACBFAF-EDCF-4F5A-9E73-1D74270EF5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44" name="Straight Connector 43">
            <a:extLst>
              <a:ext uri="{FF2B5EF4-FFF2-40B4-BE49-F238E27FC236}">
                <a16:creationId xmlns:a16="http://schemas.microsoft.com/office/drawing/2014/main" id="{BA5E64BC-15F3-4902-B20F-A77B48A006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6367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6870151-9189-4C3A-8379-EF3D95827A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7">
            <a:extLst>
              <a:ext uri="{FF2B5EF4-FFF2-40B4-BE49-F238E27FC236}">
                <a16:creationId xmlns:a16="http://schemas.microsoft.com/office/drawing/2014/main" id="{123EA69C-102A-4DD0-9547-05DCD271D159}"/>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12301" y="443732"/>
            <a:ext cx="811019" cy="503578"/>
          </a:xfrm>
          <a:prstGeom prst="rect">
            <a:avLst/>
          </a:prstGeom>
        </p:spPr>
        <p:txBody>
          <a:bodyPr vert="horz" lIns="91440" tIns="45720" rIns="91440" bIns="45720" rtlCol="0" anchor="t"/>
          <a:lstStyle>
            <a:defPPr>
              <a:defRPr lang="en-US"/>
            </a:defPPr>
            <a:lvl1pPr marL="0" algn="r" defTabSz="457200" rtl="0" eaLnBrk="1" latinLnBrk="0" hangingPunct="1">
              <a:defRPr sz="2800" kern="1200">
                <a:solidFill>
                  <a:schemeClr val="accent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p>
        </p:txBody>
      </p:sp>
      <p:sp>
        <p:nvSpPr>
          <p:cNvPr id="16" name="Footer Placeholder 6">
            <a:extLst>
              <a:ext uri="{FF2B5EF4-FFF2-40B4-BE49-F238E27FC236}">
                <a16:creationId xmlns:a16="http://schemas.microsoft.com/office/drawing/2014/main" id="{6A862265-5CA3-4C40-8582-7534C3B03C2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636" y="540921"/>
            <a:ext cx="4973915" cy="309201"/>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sp>
        <p:nvSpPr>
          <p:cNvPr id="18" name="Rectangle 17">
            <a:extLst>
              <a:ext uri="{FF2B5EF4-FFF2-40B4-BE49-F238E27FC236}">
                <a16:creationId xmlns:a16="http://schemas.microsoft.com/office/drawing/2014/main" id="{600EF80B-0391-4082-9AF5-F15B091B4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93800"/>
            <a:ext cx="12192000" cy="5664199"/>
          </a:xfrm>
          <a:prstGeom prst="rect">
            <a:avLst/>
          </a:prstGeom>
          <a:gradFill flip="none" rotWithShape="1">
            <a:gsLst>
              <a:gs pos="0">
                <a:schemeClr val="bg2">
                  <a:lumMod val="87000"/>
                  <a:alpha val="4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Title 1">
            <a:extLst>
              <a:ext uri="{FF2B5EF4-FFF2-40B4-BE49-F238E27FC236}">
                <a16:creationId xmlns:a16="http://schemas.microsoft.com/office/drawing/2014/main" id="{E63FFF7A-57D6-4A84-A4F3-EEE38536DDE0}"/>
              </a:ext>
            </a:extLst>
          </p:cNvPr>
          <p:cNvSpPr>
            <a:spLocks noGrp="1"/>
          </p:cNvSpPr>
          <p:nvPr>
            <p:ph type="title"/>
          </p:nvPr>
        </p:nvSpPr>
        <p:spPr>
          <a:xfrm>
            <a:off x="1130271" y="1193800"/>
            <a:ext cx="3193050" cy="4699000"/>
          </a:xfrm>
        </p:spPr>
        <p:txBody>
          <a:bodyPr anchor="ctr">
            <a:normAutofit/>
          </a:bodyPr>
          <a:lstStyle/>
          <a:p>
            <a:r>
              <a:rPr lang="en-US"/>
              <a:t>Feature extraction</a:t>
            </a:r>
          </a:p>
        </p:txBody>
      </p:sp>
      <p:cxnSp>
        <p:nvCxnSpPr>
          <p:cNvPr id="20" name="Straight Connector 19">
            <a:extLst>
              <a:ext uri="{FF2B5EF4-FFF2-40B4-BE49-F238E27FC236}">
                <a16:creationId xmlns:a16="http://schemas.microsoft.com/office/drawing/2014/main" id="{D33AC32D-5F44-45F7-A0BD-7C11A86BED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600200"/>
            <a:ext cx="0" cy="3657600"/>
          </a:xfrm>
          <a:prstGeom prst="line">
            <a:avLst/>
          </a:prstGeom>
          <a:ln w="31750">
            <a:solidFill>
              <a:schemeClr val="tx1">
                <a:alpha val="80000"/>
              </a:schemeClr>
            </a:solidFill>
          </a:ln>
        </p:spPr>
        <p:style>
          <a:lnRef idx="1">
            <a:schemeClr val="accent1"/>
          </a:lnRef>
          <a:fillRef idx="0">
            <a:schemeClr val="accent1"/>
          </a:fillRef>
          <a:effectRef idx="0">
            <a:schemeClr val="accent1"/>
          </a:effectRef>
          <a:fontRef idx="minor">
            <a:schemeClr val="tx1"/>
          </a:fontRef>
        </p:style>
      </p:cxnSp>
      <p:sp>
        <p:nvSpPr>
          <p:cNvPr id="22" name="Date Placeholder 1">
            <a:extLst>
              <a:ext uri="{FF2B5EF4-FFF2-40B4-BE49-F238E27FC236}">
                <a16:creationId xmlns:a16="http://schemas.microsoft.com/office/drawing/2014/main" id="{3FBF03E8-C602-4192-9C52-F84B29FDCC88}"/>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23229" y="6007878"/>
            <a:ext cx="3500715" cy="309201"/>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dirty="0">
              <a:solidFill>
                <a:schemeClr val="tx1"/>
              </a:solidFill>
            </a:endParaRPr>
          </a:p>
        </p:txBody>
      </p:sp>
      <p:graphicFrame>
        <p:nvGraphicFramePr>
          <p:cNvPr id="7" name="Content Placeholder 2">
            <a:extLst>
              <a:ext uri="{FF2B5EF4-FFF2-40B4-BE49-F238E27FC236}">
                <a16:creationId xmlns:a16="http://schemas.microsoft.com/office/drawing/2014/main" id="{7374B79E-7FE9-4805-B1B4-5C838D0265F4}"/>
              </a:ext>
            </a:extLst>
          </p:cNvPr>
          <p:cNvGraphicFramePr>
            <a:graphicFrameLocks noGrp="1"/>
          </p:cNvGraphicFramePr>
          <p:nvPr>
            <p:ph idx="1"/>
            <p:extLst>
              <p:ext uri="{D42A27DB-BD31-4B8C-83A1-F6EECF244321}">
                <p14:modId xmlns:p14="http://schemas.microsoft.com/office/powerpoint/2010/main" val="3325589855"/>
              </p:ext>
            </p:extLst>
          </p:nvPr>
        </p:nvGraphicFramePr>
        <p:xfrm>
          <a:off x="4976636" y="1193800"/>
          <a:ext cx="6085091" cy="469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62994957"/>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16D9FD-860F-4F5C-8D9B-CE7002071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A0D763-7E9C-4B5D-930B-1D338EB092E5}"/>
              </a:ext>
            </a:extLst>
          </p:cNvPr>
          <p:cNvSpPr>
            <a:spLocks noGrp="1"/>
          </p:cNvSpPr>
          <p:nvPr>
            <p:ph type="title"/>
          </p:nvPr>
        </p:nvSpPr>
        <p:spPr>
          <a:xfrm>
            <a:off x="882651" y="977028"/>
            <a:ext cx="3333410" cy="5237503"/>
          </a:xfrm>
        </p:spPr>
        <p:txBody>
          <a:bodyPr anchor="ctr">
            <a:normAutofit/>
          </a:bodyPr>
          <a:lstStyle/>
          <a:p>
            <a:r>
              <a:rPr lang="en-US"/>
              <a:t>Feature Selection</a:t>
            </a:r>
          </a:p>
        </p:txBody>
      </p:sp>
      <p:sp>
        <p:nvSpPr>
          <p:cNvPr id="10" name="Rectangle 9">
            <a:extLst>
              <a:ext uri="{FF2B5EF4-FFF2-40B4-BE49-F238E27FC236}">
                <a16:creationId xmlns:a16="http://schemas.microsoft.com/office/drawing/2014/main" id="{8D074069-7026-466C-B495-20FB9578C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993" y="0"/>
            <a:ext cx="7538007" cy="6858000"/>
          </a:xfrm>
          <a:prstGeom prst="rect">
            <a:avLst/>
          </a:prstGeom>
          <a:solidFill>
            <a:schemeClr val="tx2"/>
          </a:solidFill>
          <a:ln w="6350">
            <a:noFill/>
          </a:ln>
          <a:effectLst/>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1685D80-4D5A-471F-9215-651424F47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787" y="0"/>
            <a:ext cx="164592" cy="6858000"/>
          </a:xfrm>
          <a:prstGeom prst="rect">
            <a:avLst/>
          </a:prstGeom>
          <a:solidFill>
            <a:schemeClr val="accent2"/>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graphicFrame>
        <p:nvGraphicFramePr>
          <p:cNvPr id="4" name="Content Placeholder 2">
            <a:extLst>
              <a:ext uri="{FF2B5EF4-FFF2-40B4-BE49-F238E27FC236}">
                <a16:creationId xmlns:a16="http://schemas.microsoft.com/office/drawing/2014/main" id="{59B42104-8771-4BCD-9C1D-545E6D943823}"/>
              </a:ext>
            </a:extLst>
          </p:cNvPr>
          <p:cNvGraphicFramePr>
            <a:graphicFrameLocks/>
          </p:cNvGraphicFramePr>
          <p:nvPr>
            <p:extLst>
              <p:ext uri="{D42A27DB-BD31-4B8C-83A1-F6EECF244321}">
                <p14:modId xmlns:p14="http://schemas.microsoft.com/office/powerpoint/2010/main" val="734356325"/>
              </p:ext>
            </p:extLst>
          </p:nvPr>
        </p:nvGraphicFramePr>
        <p:xfrm>
          <a:off x="5438454" y="1211118"/>
          <a:ext cx="6443000" cy="4860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1256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0D763-7E9C-4B5D-930B-1D338EB092E5}"/>
              </a:ext>
            </a:extLst>
          </p:cNvPr>
          <p:cNvSpPr>
            <a:spLocks noGrp="1"/>
          </p:cNvSpPr>
          <p:nvPr>
            <p:ph type="title"/>
          </p:nvPr>
        </p:nvSpPr>
        <p:spPr>
          <a:xfrm>
            <a:off x="1451579" y="804519"/>
            <a:ext cx="9603275" cy="1049235"/>
          </a:xfrm>
        </p:spPr>
        <p:txBody>
          <a:bodyPr>
            <a:normAutofit/>
          </a:bodyPr>
          <a:lstStyle/>
          <a:p>
            <a:r>
              <a:rPr lang="en-US"/>
              <a:t>Feature Selection</a:t>
            </a:r>
          </a:p>
        </p:txBody>
      </p:sp>
      <p:graphicFrame>
        <p:nvGraphicFramePr>
          <p:cNvPr id="16" name="Content Placeholder 2">
            <a:extLst>
              <a:ext uri="{FF2B5EF4-FFF2-40B4-BE49-F238E27FC236}">
                <a16:creationId xmlns:a16="http://schemas.microsoft.com/office/drawing/2014/main" id="{6AF73647-338F-437D-B961-AAD137710509}"/>
              </a:ext>
            </a:extLst>
          </p:cNvPr>
          <p:cNvGraphicFramePr>
            <a:graphicFrameLocks noGrp="1"/>
          </p:cNvGraphicFramePr>
          <p:nvPr>
            <p:ph idx="1"/>
            <p:extLst>
              <p:ext uri="{D42A27DB-BD31-4B8C-83A1-F6EECF244321}">
                <p14:modId xmlns:p14="http://schemas.microsoft.com/office/powerpoint/2010/main" val="1445292174"/>
              </p:ext>
            </p:extLst>
          </p:nvPr>
        </p:nvGraphicFramePr>
        <p:xfrm>
          <a:off x="1450975" y="2340435"/>
          <a:ext cx="9604375" cy="3324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1202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59706-BBB6-4A9F-B31B-5017AECEF212}"/>
              </a:ext>
            </a:extLst>
          </p:cNvPr>
          <p:cNvSpPr>
            <a:spLocks noGrp="1"/>
          </p:cNvSpPr>
          <p:nvPr>
            <p:ph type="title"/>
          </p:nvPr>
        </p:nvSpPr>
        <p:spPr>
          <a:xfrm>
            <a:off x="1451579" y="804519"/>
            <a:ext cx="9603275" cy="1049235"/>
          </a:xfrm>
        </p:spPr>
        <p:txBody>
          <a:bodyPr>
            <a:normAutofit/>
          </a:bodyPr>
          <a:lstStyle/>
          <a:p>
            <a:r>
              <a:rPr lang="en-US"/>
              <a:t>Model selection</a:t>
            </a:r>
          </a:p>
        </p:txBody>
      </p:sp>
      <p:graphicFrame>
        <p:nvGraphicFramePr>
          <p:cNvPr id="5" name="Content Placeholder 2">
            <a:extLst>
              <a:ext uri="{FF2B5EF4-FFF2-40B4-BE49-F238E27FC236}">
                <a16:creationId xmlns:a16="http://schemas.microsoft.com/office/drawing/2014/main" id="{2A1CAE81-D0CC-433E-83B8-E3854C975EBE}"/>
              </a:ext>
            </a:extLst>
          </p:cNvPr>
          <p:cNvGraphicFramePr>
            <a:graphicFrameLocks noGrp="1"/>
          </p:cNvGraphicFramePr>
          <p:nvPr>
            <p:ph idx="1"/>
            <p:extLst>
              <p:ext uri="{D42A27DB-BD31-4B8C-83A1-F6EECF244321}">
                <p14:modId xmlns:p14="http://schemas.microsoft.com/office/powerpoint/2010/main" val="1990369657"/>
              </p:ext>
            </p:extLst>
          </p:nvPr>
        </p:nvGraphicFramePr>
        <p:xfrm>
          <a:off x="1450975" y="2340435"/>
          <a:ext cx="9604375" cy="3324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003309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5D7BE-382F-4B08-9051-428ADC04A70E}"/>
              </a:ext>
            </a:extLst>
          </p:cNvPr>
          <p:cNvSpPr>
            <a:spLocks noGrp="1"/>
          </p:cNvSpPr>
          <p:nvPr>
            <p:ph type="title"/>
          </p:nvPr>
        </p:nvSpPr>
        <p:spPr/>
        <p:txBody>
          <a:bodyPr/>
          <a:lstStyle/>
          <a:p>
            <a:r>
              <a:rPr lang="en-US"/>
              <a:t>Results – U.S. data</a:t>
            </a:r>
          </a:p>
        </p:txBody>
      </p:sp>
      <p:sp>
        <p:nvSpPr>
          <p:cNvPr id="3" name="Content Placeholder 2">
            <a:extLst>
              <a:ext uri="{FF2B5EF4-FFF2-40B4-BE49-F238E27FC236}">
                <a16:creationId xmlns:a16="http://schemas.microsoft.com/office/drawing/2014/main" id="{168DC93C-97A7-48C6-AAD5-D0E1297D93EF}"/>
              </a:ext>
            </a:extLst>
          </p:cNvPr>
          <p:cNvSpPr>
            <a:spLocks noGrp="1"/>
          </p:cNvSpPr>
          <p:nvPr>
            <p:ph idx="1"/>
          </p:nvPr>
        </p:nvSpPr>
        <p:spPr>
          <a:xfrm>
            <a:off x="1451579" y="2015732"/>
            <a:ext cx="3842094" cy="3450613"/>
          </a:xfrm>
        </p:spPr>
        <p:txBody>
          <a:bodyPr>
            <a:normAutofit/>
          </a:bodyPr>
          <a:lstStyle/>
          <a:p>
            <a:r>
              <a:rPr lang="en-US"/>
              <a:t>Overall Successful</a:t>
            </a:r>
            <a:endParaRPr lang="en-US" dirty="0"/>
          </a:p>
          <a:p>
            <a:pPr lvl="1"/>
            <a:r>
              <a:rPr lang="en-US"/>
              <a:t>Best models predict recessions ~86% </a:t>
            </a:r>
            <a:r>
              <a:rPr lang="en-US" dirty="0"/>
              <a:t>correctly</a:t>
            </a:r>
          </a:p>
          <a:p>
            <a:pPr lvl="1"/>
            <a:r>
              <a:rPr lang="en-US"/>
              <a:t>ANOVA and PCA tend to perform best</a:t>
            </a:r>
          </a:p>
        </p:txBody>
      </p:sp>
      <p:graphicFrame>
        <p:nvGraphicFramePr>
          <p:cNvPr id="11" name="Diagram 11">
            <a:extLst>
              <a:ext uri="{FF2B5EF4-FFF2-40B4-BE49-F238E27FC236}">
                <a16:creationId xmlns:a16="http://schemas.microsoft.com/office/drawing/2014/main" id="{0E614819-0BE2-4CAB-B4E6-3AD03ED1AF12}"/>
              </a:ext>
            </a:extLst>
          </p:cNvPr>
          <p:cNvGraphicFramePr/>
          <p:nvPr>
            <p:extLst>
              <p:ext uri="{D42A27DB-BD31-4B8C-83A1-F6EECF244321}">
                <p14:modId xmlns:p14="http://schemas.microsoft.com/office/powerpoint/2010/main" val="2870734109"/>
              </p:ext>
            </p:extLst>
          </p:nvPr>
        </p:nvGraphicFramePr>
        <p:xfrm>
          <a:off x="5703455" y="1681018"/>
          <a:ext cx="5230090" cy="37730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9808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8" name="Rectangle 100">
            <a:extLst>
              <a:ext uri="{FF2B5EF4-FFF2-40B4-BE49-F238E27FC236}">
                <a16:creationId xmlns:a16="http://schemas.microsoft.com/office/drawing/2014/main" id="{7BEFDA1A-2A01-4C29-A5D0-AE6F050D0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9" name="Straight Connector 102">
            <a:extLst>
              <a:ext uri="{FF2B5EF4-FFF2-40B4-BE49-F238E27FC236}">
                <a16:creationId xmlns:a16="http://schemas.microsoft.com/office/drawing/2014/main" id="{17FD20E5-30AF-47B9-9256-2E8E904CBB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B9FC1E56-C9AA-4D3B-A0F8-283F347ABFAB}"/>
              </a:ext>
            </a:extLst>
          </p:cNvPr>
          <p:cNvSpPr>
            <a:spLocks noGrp="1"/>
          </p:cNvSpPr>
          <p:nvPr>
            <p:ph type="title"/>
          </p:nvPr>
        </p:nvSpPr>
        <p:spPr>
          <a:xfrm>
            <a:off x="1451579" y="804519"/>
            <a:ext cx="9603275" cy="1049235"/>
          </a:xfrm>
        </p:spPr>
        <p:txBody>
          <a:bodyPr>
            <a:normAutofit/>
          </a:bodyPr>
          <a:lstStyle/>
          <a:p>
            <a:r>
              <a:rPr lang="en-US"/>
              <a:t>Results – canada data</a:t>
            </a:r>
          </a:p>
        </p:txBody>
      </p:sp>
      <p:sp>
        <p:nvSpPr>
          <p:cNvPr id="100" name="Rectangle 104">
            <a:extLst>
              <a:ext uri="{FF2B5EF4-FFF2-40B4-BE49-F238E27FC236}">
                <a16:creationId xmlns:a16="http://schemas.microsoft.com/office/drawing/2014/main" id="{279D3810-B86F-4009-84EC-DE0FEABD6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 name="Picture 106">
            <a:extLst>
              <a:ext uri="{FF2B5EF4-FFF2-40B4-BE49-F238E27FC236}">
                <a16:creationId xmlns:a16="http://schemas.microsoft.com/office/drawing/2014/main" id="{C33612A4-0B77-4479-B2AA-F178599550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09" name="Straight Connector 108">
            <a:extLst>
              <a:ext uri="{FF2B5EF4-FFF2-40B4-BE49-F238E27FC236}">
                <a16:creationId xmlns:a16="http://schemas.microsoft.com/office/drawing/2014/main" id="{078A367A-3E83-4B48-A0F7-43FBE33328F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4" name="Diagram 4">
            <a:extLst>
              <a:ext uri="{FF2B5EF4-FFF2-40B4-BE49-F238E27FC236}">
                <a16:creationId xmlns:a16="http://schemas.microsoft.com/office/drawing/2014/main" id="{F0952CCD-DBD4-4C7A-AFE4-67CAAC4ED72F}"/>
              </a:ext>
            </a:extLst>
          </p:cNvPr>
          <p:cNvGraphicFramePr/>
          <p:nvPr>
            <p:extLst>
              <p:ext uri="{D42A27DB-BD31-4B8C-83A1-F6EECF244321}">
                <p14:modId xmlns:p14="http://schemas.microsoft.com/office/powerpoint/2010/main" val="1053579226"/>
              </p:ext>
            </p:extLst>
          </p:nvPr>
        </p:nvGraphicFramePr>
        <p:xfrm>
          <a:off x="1451579" y="2015732"/>
          <a:ext cx="9603275" cy="3450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21180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216D9FD-860F-4F5C-8D9B-CE7002071D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F796A3-0F29-4765-8EEA-17794A31A126}"/>
              </a:ext>
            </a:extLst>
          </p:cNvPr>
          <p:cNvSpPr>
            <a:spLocks noGrp="1"/>
          </p:cNvSpPr>
          <p:nvPr>
            <p:ph type="title"/>
          </p:nvPr>
        </p:nvSpPr>
        <p:spPr>
          <a:xfrm>
            <a:off x="882651" y="977028"/>
            <a:ext cx="3333410" cy="5237503"/>
          </a:xfrm>
        </p:spPr>
        <p:txBody>
          <a:bodyPr anchor="ctr">
            <a:normAutofit/>
          </a:bodyPr>
          <a:lstStyle/>
          <a:p>
            <a:r>
              <a:rPr lang="en-US"/>
              <a:t>conclusions</a:t>
            </a:r>
          </a:p>
        </p:txBody>
      </p:sp>
      <p:sp>
        <p:nvSpPr>
          <p:cNvPr id="10" name="Rectangle 9">
            <a:extLst>
              <a:ext uri="{FF2B5EF4-FFF2-40B4-BE49-F238E27FC236}">
                <a16:creationId xmlns:a16="http://schemas.microsoft.com/office/drawing/2014/main" id="{8D074069-7026-466C-B495-20FB9578C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993" y="0"/>
            <a:ext cx="7538007" cy="6858000"/>
          </a:xfrm>
          <a:prstGeom prst="rect">
            <a:avLst/>
          </a:prstGeom>
          <a:solidFill>
            <a:schemeClr val="tx2"/>
          </a:solidFill>
          <a:ln w="6350">
            <a:noFill/>
          </a:ln>
          <a:effectLst/>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1685D80-4D5A-471F-9215-651424F47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787" y="0"/>
            <a:ext cx="164592" cy="6858000"/>
          </a:xfrm>
          <a:prstGeom prst="rect">
            <a:avLst/>
          </a:prstGeom>
          <a:solidFill>
            <a:schemeClr val="accent2"/>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641083-5428-44C6-BF57-BA7DD9D67CBA}"/>
              </a:ext>
            </a:extLst>
          </p:cNvPr>
          <p:cNvSpPr>
            <a:spLocks noGrp="1"/>
          </p:cNvSpPr>
          <p:nvPr>
            <p:ph idx="1"/>
          </p:nvPr>
        </p:nvSpPr>
        <p:spPr>
          <a:xfrm>
            <a:off x="5791954" y="977029"/>
            <a:ext cx="5428789" cy="5237503"/>
          </a:xfrm>
        </p:spPr>
        <p:txBody>
          <a:bodyPr anchor="ctr">
            <a:normAutofit/>
          </a:bodyPr>
          <a:lstStyle/>
          <a:p>
            <a:r>
              <a:rPr lang="en-US">
                <a:solidFill>
                  <a:schemeClr val="bg1"/>
                </a:solidFill>
                <a:ea typeface="+mn-lt"/>
                <a:cs typeface="+mn-lt"/>
              </a:rPr>
              <a:t>Which factors contribute most to predicting a recession?</a:t>
            </a:r>
          </a:p>
          <a:p>
            <a:pPr lvl="1"/>
            <a:r>
              <a:rPr lang="en-US">
                <a:solidFill>
                  <a:schemeClr val="accent1"/>
                </a:solidFill>
                <a:ea typeface="+mn-lt"/>
                <a:cs typeface="+mn-lt"/>
              </a:rPr>
              <a:t>Unemployment, Median Income, Stock Market Indexes and GDP Changes</a:t>
            </a:r>
          </a:p>
          <a:p>
            <a:pPr lvl="2"/>
            <a:r>
              <a:rPr lang="en-US">
                <a:solidFill>
                  <a:schemeClr val="accent1"/>
                </a:solidFill>
                <a:ea typeface="+mn-lt"/>
                <a:cs typeface="+mn-lt"/>
              </a:rPr>
              <a:t>Both macro and microeconomic indicators</a:t>
            </a:r>
            <a:endParaRPr lang="en-US" dirty="0">
              <a:solidFill>
                <a:schemeClr val="accent1"/>
              </a:solidFill>
              <a:ea typeface="+mn-lt"/>
              <a:cs typeface="+mn-lt"/>
            </a:endParaRPr>
          </a:p>
          <a:p>
            <a:r>
              <a:rPr lang="en-US">
                <a:solidFill>
                  <a:schemeClr val="bg1"/>
                </a:solidFill>
                <a:ea typeface="+mn-lt"/>
                <a:cs typeface="+mn-lt"/>
              </a:rPr>
              <a:t>Can macroeconomic and/or microeconomic data solely predict that the United States is in a recession?</a:t>
            </a:r>
          </a:p>
          <a:p>
            <a:pPr lvl="1"/>
            <a:r>
              <a:rPr lang="en-US">
                <a:solidFill>
                  <a:schemeClr val="accent1"/>
                </a:solidFill>
                <a:ea typeface="+mn-lt"/>
                <a:cs typeface="+mn-lt"/>
              </a:rPr>
              <a:t>Yes. </a:t>
            </a:r>
            <a:endParaRPr lang="en-US" dirty="0">
              <a:solidFill>
                <a:schemeClr val="bg1"/>
              </a:solidFill>
              <a:ea typeface="+mn-lt"/>
              <a:cs typeface="+mn-lt"/>
            </a:endParaRPr>
          </a:p>
          <a:p>
            <a:r>
              <a:rPr lang="en-US">
                <a:solidFill>
                  <a:schemeClr val="bg1"/>
                </a:solidFill>
                <a:ea typeface="+mn-lt"/>
                <a:cs typeface="+mn-lt"/>
              </a:rPr>
              <a:t>Can we generalize America's model against other, similar countries?</a:t>
            </a:r>
          </a:p>
          <a:p>
            <a:pPr lvl="1"/>
            <a:r>
              <a:rPr lang="en-US">
                <a:solidFill>
                  <a:schemeClr val="accent1"/>
                </a:solidFill>
              </a:rPr>
              <a:t>Maybe, but not easily.</a:t>
            </a:r>
            <a:endParaRPr lang="en-US" dirty="0">
              <a:solidFill>
                <a:schemeClr val="accent1"/>
              </a:solidFill>
            </a:endParaRPr>
          </a:p>
        </p:txBody>
      </p:sp>
    </p:spTree>
    <p:extLst>
      <p:ext uri="{BB962C8B-B14F-4D97-AF65-F5344CB8AC3E}">
        <p14:creationId xmlns:p14="http://schemas.microsoft.com/office/powerpoint/2010/main" val="41025354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C7CE8-DE2A-4DF7-9F97-54A758ABDC56}"/>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54D4E014-7C45-487B-B35F-FAD555A37CA6}"/>
              </a:ext>
            </a:extLst>
          </p:cNvPr>
          <p:cNvSpPr>
            <a:spLocks noGrp="1"/>
          </p:cNvSpPr>
          <p:nvPr>
            <p:ph idx="1"/>
          </p:nvPr>
        </p:nvSpPr>
        <p:spPr/>
        <p:txBody>
          <a:bodyPr/>
          <a:lstStyle/>
          <a:p>
            <a:r>
              <a:rPr lang="en-US"/>
              <a:t>[1] Oxford Dictionary Definitions</a:t>
            </a:r>
          </a:p>
        </p:txBody>
      </p:sp>
    </p:spTree>
    <p:extLst>
      <p:ext uri="{BB962C8B-B14F-4D97-AF65-F5344CB8AC3E}">
        <p14:creationId xmlns:p14="http://schemas.microsoft.com/office/powerpoint/2010/main" val="255937475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5</Notes>
  <HiddenSlides>1</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Gallery</vt:lpstr>
      <vt:lpstr>Predicting Recessions</vt:lpstr>
      <vt:lpstr>Agenda</vt:lpstr>
      <vt:lpstr>Definitions</vt:lpstr>
      <vt:lpstr>Research questions</vt:lpstr>
      <vt:lpstr>motivations</vt:lpstr>
      <vt:lpstr>design</vt:lpstr>
      <vt:lpstr>Assumptions</vt:lpstr>
      <vt:lpstr>EDA</vt:lpstr>
      <vt:lpstr>Data Discovery - Macroeconomic</vt:lpstr>
      <vt:lpstr>Data discovery - microeconomic</vt:lpstr>
      <vt:lpstr>Data discovery - distribution</vt:lpstr>
      <vt:lpstr>Data discovery - distribution</vt:lpstr>
      <vt:lpstr>Feature extraction</vt:lpstr>
      <vt:lpstr>Feature Selection</vt:lpstr>
      <vt:lpstr>Feature Selection</vt:lpstr>
      <vt:lpstr>Model selection</vt:lpstr>
      <vt:lpstr>Results – U.S. data</vt:lpstr>
      <vt:lpstr>Results – canada data</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Recessions</dc:title>
  <dc:creator>Jeremiah McReynolds</dc:creator>
  <cp:lastModifiedBy>Jeremiah McReynolds</cp:lastModifiedBy>
  <cp:revision>612</cp:revision>
  <dcterms:created xsi:type="dcterms:W3CDTF">2020-12-06T23:18:08Z</dcterms:created>
  <dcterms:modified xsi:type="dcterms:W3CDTF">2020-12-09T04:22:37Z</dcterms:modified>
</cp:coreProperties>
</file>